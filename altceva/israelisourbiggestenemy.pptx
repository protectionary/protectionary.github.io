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slideLayouts/slideLayout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3.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4.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5.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slideLayouts/slideLayout6.xml" ContentType="application/vnd.openxmlformats-officedocument.presentationml.slideLayout+xml"/>
  <Override PartName="/ppt/theme/theme6.xml" ContentType="application/vnd.openxmlformats-officedocument.theme+xml"/>
  <Override PartName="/ppt/tags/tag7.xml" ContentType="application/vnd.openxmlformats-officedocument.presentationml.tags+xml"/>
  <Override PartName="/ppt/slideLayouts/slideLayout7.xml" ContentType="application/vnd.openxmlformats-officedocument.presentationml.slideLayout+xml"/>
  <Override PartName="/ppt/theme/theme7.xml" ContentType="application/vnd.openxmlformats-officedocument.theme+xml"/>
  <Override PartName="/ppt/tags/tag8.xml" ContentType="application/vnd.openxmlformats-officedocument.presentationml.tags+xml"/>
  <Override PartName="/ppt/slideLayouts/slideLayout8.xml" ContentType="application/vnd.openxmlformats-officedocument.presentationml.slideLayout+xml"/>
  <Override PartName="/ppt/theme/theme8.xml" ContentType="application/vnd.openxmlformats-officedocument.theme+xml"/>
  <Override PartName="/ppt/tags/tag9.xml" ContentType="application/vnd.openxmlformats-officedocument.presentationml.tags+xml"/>
  <Override PartName="/ppt/slideLayouts/slideLayout9.xml" ContentType="application/vnd.openxmlformats-officedocument.presentationml.slideLayout+xml"/>
  <Override PartName="/ppt/theme/theme9.xml" ContentType="application/vnd.openxmlformats-officedocument.theme+xml"/>
  <Override PartName="/ppt/tags/tag10.xml" ContentType="application/vnd.openxmlformats-officedocument.presentationml.tags+xml"/>
  <Override PartName="/ppt/slideLayouts/slideLayout10.xml" ContentType="application/vnd.openxmlformats-officedocument.presentationml.slideLayout+xml"/>
  <Override PartName="/ppt/theme/theme10.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 id="2147483652" r:id="rId4"/>
    <p:sldMasterId id="2147483653" r:id="rId5"/>
    <p:sldMasterId id="2147483654" r:id="rId6"/>
    <p:sldMasterId id="2147483655" r:id="rId7"/>
    <p:sldMasterId id="2147483656" r:id="rId8"/>
    <p:sldMasterId id="2147483657" r:id="rId9"/>
    <p:sldMasterId id="2147483658" r:id="rId10"/>
  </p:sldMasterIdLst>
  <p:sldIdLst>
    <p:sldId id="257" r:id="rId11"/>
    <p:sldId id="258" r:id="rId12"/>
    <p:sldId id="259" r:id="rId13"/>
    <p:sldId id="260" r:id="rId14"/>
    <p:sldId id="261" r:id="rId15"/>
    <p:sldId id="262" r:id="rId16"/>
    <p:sldId id="263" r:id="rId17"/>
    <p:sldId id="264" r:id="rId18"/>
    <p:sldId id="265" r:id="rId19"/>
    <p:sldId id="266" r:id="rId20"/>
  </p:sldIdLst>
  <p:sldSz cx="12192000" cy="6858000"/>
  <p:notesSz cx="6858000" cy="9144000"/>
  <p:custDataLst>
    <p:tags r:id="rId21"/>
  </p:custDataLst>
  <p:defaultText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3.xml"/><Relationship Id="rId18" Type="http://schemas.openxmlformats.org/officeDocument/2006/relationships/slide" Target="slides/slide8.xml"/><Relationship Id="rId3" Type="http://schemas.openxmlformats.org/officeDocument/2006/relationships/slideMaster" Target="slideMasters/slideMaster3.xml"/><Relationship Id="rId21" Type="http://schemas.openxmlformats.org/officeDocument/2006/relationships/tags" Target="tags/tag1.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8" name="Picture Placeholder 7">
            <a:extLst>
              <a:ext uri="{FF2B5EF4-FFF2-40B4-BE49-F238E27FC236}">
                <a16:creationId xmlns:a16="http://schemas.microsoft.com/office/drawing/2014/main" id="{3CB9B453-B113-191E-39AE-5F46524E587E}"/>
              </a:ext>
            </a:extLst>
          </p:cNvPr>
          <p:cNvSpPr>
            <a:spLocks noGrp="1"/>
          </p:cNvSpPr>
          <p:nvPr>
            <p:ph type="pic" sz="quarter" idx="13" hasCustomPrompt="1"/>
          </p:nvPr>
        </p:nvSpPr>
        <p:spPr>
          <a:xfrm>
            <a:off x="1524000" y="1082042"/>
            <a:ext cx="1391920" cy="467195"/>
          </a:xfrm>
        </p:spPr>
        <p:txBody>
          <a:bodyPr anchor="ctr"/>
          <a:lstStyle>
            <a:lvl1pPr marL="120650" indent="0" algn="ctr">
              <a:buNone/>
              <a:defRPr/>
            </a:lvl1pPr>
          </a:lstStyle>
          <a:p>
            <a:r>
              <a:rPr lang="en-US"/>
              <a:t>Logo</a:t>
            </a:r>
          </a:p>
        </p:txBody>
      </p:sp>
    </p:spTree>
    <p:extLst>
      <p:ext uri="{BB962C8B-B14F-4D97-AF65-F5344CB8AC3E}">
        <p14:creationId xmlns:p14="http://schemas.microsoft.com/office/powerpoint/2010/main" val="2286996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495300" y="661298"/>
            <a:ext cx="11037571" cy="588809"/>
          </a:xfrm>
        </p:spPr>
        <p:txBody>
          <a:bodyPr/>
          <a:lstStyle/>
          <a:p>
            <a:r>
              <a:rPr lang="en-US" dirty="0"/>
              <a:t>Click to edit Master title style</a:t>
            </a:r>
          </a:p>
        </p:txBody>
      </p:sp>
      <p:sp>
        <p:nvSpPr>
          <p:cNvPr id="3" name="Content Placeholder 2"/>
          <p:cNvSpPr>
            <a:spLocks noGrp="1"/>
          </p:cNvSpPr>
          <p:nvPr>
            <p:ph sz="half" idx="1"/>
          </p:nvPr>
        </p:nvSpPr>
        <p:spPr>
          <a:xfrm>
            <a:off x="495300" y="2461278"/>
            <a:ext cx="3566160" cy="3702041"/>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24350" y="2470159"/>
            <a:ext cx="3566160" cy="3702041"/>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153400" y="2470159"/>
            <a:ext cx="3566160" cy="3702041"/>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495301" y="1591318"/>
            <a:ext cx="3566160" cy="743503"/>
          </a:xfrm>
        </p:spPr>
        <p:txBody>
          <a:bodyPr anchor="t">
            <a:noAutofit/>
          </a:bodyPr>
          <a:lstStyle>
            <a:lvl1pPr marL="0" indent="0">
              <a:lnSpc>
                <a:spcPct val="75000"/>
              </a:lnSpc>
              <a:buNone/>
              <a:defRPr sz="20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324351" y="1600199"/>
            <a:ext cx="3566160" cy="743503"/>
          </a:xfrm>
        </p:spPr>
        <p:txBody>
          <a:bodyPr anchor="t">
            <a:noAutofit/>
          </a:bodyPr>
          <a:lstStyle>
            <a:lvl1pPr marL="0" indent="0">
              <a:lnSpc>
                <a:spcPct val="75000"/>
              </a:lnSpc>
              <a:buNone/>
              <a:defRPr sz="20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153400" y="1600199"/>
            <a:ext cx="3566160" cy="743503"/>
          </a:xfrm>
        </p:spPr>
        <p:txBody>
          <a:bodyPr anchor="t">
            <a:noAutofit/>
          </a:bodyPr>
          <a:lstStyle>
            <a:lvl1pPr marL="0" indent="0">
              <a:lnSpc>
                <a:spcPct val="75000"/>
              </a:lnSpc>
              <a:buNone/>
              <a:defRPr sz="20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2" name="Text Placeholder 9">
            <a:extLst>
              <a:ext uri="{FF2B5EF4-FFF2-40B4-BE49-F238E27FC236}">
                <a16:creationId xmlns:a16="http://schemas.microsoft.com/office/drawing/2014/main" id="{2D35B1A2-147E-D369-3B7D-4DCE10069778}"/>
              </a:ext>
            </a:extLst>
          </p:cNvPr>
          <p:cNvSpPr>
            <a:spLocks noGrp="1"/>
          </p:cNvSpPr>
          <p:nvPr>
            <p:ph type="body" sz="quarter" idx="17" hasCustomPrompt="1"/>
          </p:nvPr>
        </p:nvSpPr>
        <p:spPr>
          <a:xfrm>
            <a:off x="495300" y="202695"/>
            <a:ext cx="3848100" cy="419100"/>
          </a:xfrm>
          <a:noFill/>
        </p:spPr>
        <p:txBody>
          <a:bodyPr wrap="square" lIns="0" rtlCol="0" anchor="ctr">
            <a:noAutofit/>
          </a:bodyPr>
          <a:lstStyle>
            <a:lvl1pPr marL="0" indent="0">
              <a:lnSpc>
                <a:spcPct val="100000"/>
              </a:lnSpc>
              <a:buNone/>
              <a:defRPr lang="en-US" sz="1600" b="0" dirty="0" smtClean="0">
                <a:solidFill>
                  <a:schemeClr val="tx1"/>
                </a:solidFill>
                <a:latin typeface="Bell MT" panose="02020503060305020303" pitchFamily="18" charset="77"/>
                <a:ea typeface="Noto Sans" panose="020B0502040504020204" pitchFamily="34" charset="0"/>
                <a:cs typeface="Noto Sans" panose="020B0502040504020204" pitchFamily="34" charset="0"/>
              </a:defRPr>
            </a:lvl1pPr>
          </a:lstStyle>
          <a:p>
            <a:pPr marL="0" lvl="0" defTabSz="457200"/>
            <a:r>
              <a:rPr lang="en-US"/>
              <a:t>Chapter Title</a:t>
            </a:r>
          </a:p>
        </p:txBody>
      </p:sp>
    </p:spTree>
    <p:extLst>
      <p:ext uri="{BB962C8B-B14F-4D97-AF65-F5344CB8AC3E}">
        <p14:creationId xmlns:p14="http://schemas.microsoft.com/office/powerpoint/2010/main" val="120428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2 Sections Horizontal">
    <p:spTree>
      <p:nvGrpSpPr>
        <p:cNvPr id="1" name=""/>
        <p:cNvGrpSpPr/>
        <p:nvPr/>
      </p:nvGrpSpPr>
      <p:grpSpPr>
        <a:xfrm>
          <a:off x="0" y="0"/>
          <a:ext cx="0" cy="0"/>
          <a:chOff x="0" y="0"/>
          <a:chExt cx="0" cy="0"/>
        </a:xfrm>
      </p:grpSpPr>
      <p:sp>
        <p:nvSpPr>
          <p:cNvPr id="2" name="Title 1"/>
          <p:cNvSpPr>
            <a:spLocks noGrp="1"/>
          </p:cNvSpPr>
          <p:nvPr>
            <p:ph type="title"/>
          </p:nvPr>
        </p:nvSpPr>
        <p:spPr>
          <a:xfrm>
            <a:off x="495300" y="661298"/>
            <a:ext cx="11049000" cy="596069"/>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467099" y="1556188"/>
            <a:ext cx="8229601" cy="210312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467099" y="3864194"/>
            <a:ext cx="8229601" cy="210312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495300" y="1558002"/>
            <a:ext cx="2743199" cy="2103120"/>
          </a:xfrm>
        </p:spPr>
        <p:txBody>
          <a:bodyPr anchor="ctr">
            <a:noAutofit/>
          </a:bodyPr>
          <a:lstStyle>
            <a:lvl1pPr marL="0" indent="0">
              <a:lnSpc>
                <a:spcPct val="100000"/>
              </a:lnSpc>
              <a:buNone/>
              <a:defRPr sz="22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495300" y="3864194"/>
            <a:ext cx="2743199" cy="2103120"/>
          </a:xfrm>
        </p:spPr>
        <p:txBody>
          <a:bodyPr anchor="ctr">
            <a:noAutofit/>
          </a:bodyPr>
          <a:lstStyle>
            <a:lvl1pPr marL="0" indent="0">
              <a:lnSpc>
                <a:spcPct val="100000"/>
              </a:lnSpc>
              <a:buNone/>
              <a:defRPr sz="22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0" name="Text Placeholder 9">
            <a:extLst>
              <a:ext uri="{FF2B5EF4-FFF2-40B4-BE49-F238E27FC236}">
                <a16:creationId xmlns:a16="http://schemas.microsoft.com/office/drawing/2014/main" id="{7E236E1A-8872-D795-BEEB-ED06DF88DA05}"/>
              </a:ext>
            </a:extLst>
          </p:cNvPr>
          <p:cNvSpPr>
            <a:spLocks noGrp="1"/>
          </p:cNvSpPr>
          <p:nvPr>
            <p:ph type="body" sz="quarter" idx="13" hasCustomPrompt="1"/>
          </p:nvPr>
        </p:nvSpPr>
        <p:spPr>
          <a:xfrm>
            <a:off x="495300" y="202695"/>
            <a:ext cx="3848100" cy="419100"/>
          </a:xfrm>
          <a:noFill/>
        </p:spPr>
        <p:txBody>
          <a:bodyPr wrap="square" lIns="0" rtlCol="0" anchor="ctr">
            <a:noAutofit/>
          </a:bodyPr>
          <a:lstStyle>
            <a:lvl1pPr marL="0" indent="0">
              <a:lnSpc>
                <a:spcPct val="100000"/>
              </a:lnSpc>
              <a:buNone/>
              <a:defRPr lang="en-US" sz="1600" b="0" dirty="0" smtClean="0">
                <a:solidFill>
                  <a:schemeClr val="tx1"/>
                </a:solidFill>
                <a:latin typeface="Bell MT" panose="02020503060305020303" pitchFamily="18" charset="77"/>
                <a:ea typeface="Noto Sans" panose="020B0502040504020204" pitchFamily="34" charset="0"/>
                <a:cs typeface="Noto Sans" panose="020B0502040504020204" pitchFamily="34" charset="0"/>
              </a:defRPr>
            </a:lvl1pPr>
          </a:lstStyle>
          <a:p>
            <a:pPr marL="0" lvl="0" defTabSz="457200"/>
            <a:r>
              <a:rPr lang="en-US"/>
              <a:t>Chapter Title</a:t>
            </a:r>
          </a:p>
        </p:txBody>
      </p:sp>
    </p:spTree>
    <p:extLst>
      <p:ext uri="{BB962C8B-B14F-4D97-AF65-F5344CB8AC3E}">
        <p14:creationId xmlns:p14="http://schemas.microsoft.com/office/powerpoint/2010/main" val="1811198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2 Sections Horizontal">
    <p:spTree>
      <p:nvGrpSpPr>
        <p:cNvPr id="1" name=""/>
        <p:cNvGrpSpPr/>
        <p:nvPr/>
      </p:nvGrpSpPr>
      <p:grpSpPr>
        <a:xfrm>
          <a:off x="0" y="0"/>
          <a:ext cx="0" cy="0"/>
          <a:chOff x="0" y="0"/>
          <a:chExt cx="0" cy="0"/>
        </a:xfrm>
      </p:grpSpPr>
      <p:sp>
        <p:nvSpPr>
          <p:cNvPr id="2" name="Title 1"/>
          <p:cNvSpPr>
            <a:spLocks noGrp="1"/>
          </p:cNvSpPr>
          <p:nvPr>
            <p:ph type="title"/>
          </p:nvPr>
        </p:nvSpPr>
        <p:spPr>
          <a:xfrm>
            <a:off x="495300" y="661298"/>
            <a:ext cx="11049000" cy="596069"/>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467099" y="1556188"/>
            <a:ext cx="8229601" cy="210312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467099" y="3864194"/>
            <a:ext cx="8229601" cy="210312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495300" y="1558002"/>
            <a:ext cx="2743199" cy="2103120"/>
          </a:xfrm>
        </p:spPr>
        <p:txBody>
          <a:bodyPr anchor="ctr">
            <a:noAutofit/>
          </a:bodyPr>
          <a:lstStyle>
            <a:lvl1pPr marL="0" indent="0">
              <a:lnSpc>
                <a:spcPct val="100000"/>
              </a:lnSpc>
              <a:buNone/>
              <a:defRPr sz="22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495300" y="3864194"/>
            <a:ext cx="2743199" cy="2103120"/>
          </a:xfrm>
        </p:spPr>
        <p:txBody>
          <a:bodyPr anchor="ctr">
            <a:noAutofit/>
          </a:bodyPr>
          <a:lstStyle>
            <a:lvl1pPr marL="0" indent="0">
              <a:lnSpc>
                <a:spcPct val="100000"/>
              </a:lnSpc>
              <a:buNone/>
              <a:defRPr sz="22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0" name="Text Placeholder 9">
            <a:extLst>
              <a:ext uri="{FF2B5EF4-FFF2-40B4-BE49-F238E27FC236}">
                <a16:creationId xmlns:a16="http://schemas.microsoft.com/office/drawing/2014/main" id="{7E236E1A-8872-D795-BEEB-ED06DF88DA05}"/>
              </a:ext>
            </a:extLst>
          </p:cNvPr>
          <p:cNvSpPr>
            <a:spLocks noGrp="1"/>
          </p:cNvSpPr>
          <p:nvPr>
            <p:ph type="body" sz="quarter" idx="13" hasCustomPrompt="1"/>
          </p:nvPr>
        </p:nvSpPr>
        <p:spPr>
          <a:xfrm>
            <a:off x="495300" y="202695"/>
            <a:ext cx="3848100" cy="419100"/>
          </a:xfrm>
          <a:noFill/>
        </p:spPr>
        <p:txBody>
          <a:bodyPr wrap="square" lIns="0" rtlCol="0" anchor="ctr">
            <a:noAutofit/>
          </a:bodyPr>
          <a:lstStyle>
            <a:lvl1pPr marL="0" indent="0">
              <a:lnSpc>
                <a:spcPct val="100000"/>
              </a:lnSpc>
              <a:buNone/>
              <a:defRPr lang="en-US" sz="1600" b="0" dirty="0" smtClean="0">
                <a:solidFill>
                  <a:schemeClr val="tx1"/>
                </a:solidFill>
                <a:latin typeface="Bell MT" panose="02020503060305020303" pitchFamily="18" charset="77"/>
                <a:ea typeface="Noto Sans" panose="020B0502040504020204" pitchFamily="34" charset="0"/>
                <a:cs typeface="Noto Sans" panose="020B0502040504020204" pitchFamily="34" charset="0"/>
              </a:defRPr>
            </a:lvl1pPr>
          </a:lstStyle>
          <a:p>
            <a:pPr marL="0" lvl="0" defTabSz="457200"/>
            <a:r>
              <a:rPr lang="en-US"/>
              <a:t>Chapter Title</a:t>
            </a:r>
          </a:p>
        </p:txBody>
      </p:sp>
    </p:spTree>
    <p:extLst>
      <p:ext uri="{BB962C8B-B14F-4D97-AF65-F5344CB8AC3E}">
        <p14:creationId xmlns:p14="http://schemas.microsoft.com/office/powerpoint/2010/main" val="1811198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495300" y="661298"/>
            <a:ext cx="11037571" cy="588809"/>
          </a:xfrm>
        </p:spPr>
        <p:txBody>
          <a:bodyPr/>
          <a:lstStyle/>
          <a:p>
            <a:r>
              <a:rPr lang="en-US" dirty="0"/>
              <a:t>Click to edit Master title style</a:t>
            </a:r>
          </a:p>
        </p:txBody>
      </p:sp>
      <p:sp>
        <p:nvSpPr>
          <p:cNvPr id="3" name="Content Placeholder 2"/>
          <p:cNvSpPr>
            <a:spLocks noGrp="1"/>
          </p:cNvSpPr>
          <p:nvPr>
            <p:ph sz="half" idx="1"/>
          </p:nvPr>
        </p:nvSpPr>
        <p:spPr>
          <a:xfrm>
            <a:off x="495300" y="2461278"/>
            <a:ext cx="3566160" cy="3702041"/>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24350" y="2470159"/>
            <a:ext cx="3566160" cy="3702041"/>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153400" y="2470159"/>
            <a:ext cx="3566160" cy="3702041"/>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495301" y="1591318"/>
            <a:ext cx="3566160" cy="743503"/>
          </a:xfrm>
        </p:spPr>
        <p:txBody>
          <a:bodyPr anchor="t">
            <a:noAutofit/>
          </a:bodyPr>
          <a:lstStyle>
            <a:lvl1pPr marL="0" indent="0">
              <a:lnSpc>
                <a:spcPct val="75000"/>
              </a:lnSpc>
              <a:buNone/>
              <a:defRPr sz="20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324351" y="1600199"/>
            <a:ext cx="3566160" cy="743503"/>
          </a:xfrm>
        </p:spPr>
        <p:txBody>
          <a:bodyPr anchor="t">
            <a:noAutofit/>
          </a:bodyPr>
          <a:lstStyle>
            <a:lvl1pPr marL="0" indent="0">
              <a:lnSpc>
                <a:spcPct val="75000"/>
              </a:lnSpc>
              <a:buNone/>
              <a:defRPr sz="20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153400" y="1600199"/>
            <a:ext cx="3566160" cy="743503"/>
          </a:xfrm>
        </p:spPr>
        <p:txBody>
          <a:bodyPr anchor="t">
            <a:noAutofit/>
          </a:bodyPr>
          <a:lstStyle>
            <a:lvl1pPr marL="0" indent="0">
              <a:lnSpc>
                <a:spcPct val="75000"/>
              </a:lnSpc>
              <a:buNone/>
              <a:defRPr sz="20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2" name="Text Placeholder 9">
            <a:extLst>
              <a:ext uri="{FF2B5EF4-FFF2-40B4-BE49-F238E27FC236}">
                <a16:creationId xmlns:a16="http://schemas.microsoft.com/office/drawing/2014/main" id="{2D35B1A2-147E-D369-3B7D-4DCE10069778}"/>
              </a:ext>
            </a:extLst>
          </p:cNvPr>
          <p:cNvSpPr>
            <a:spLocks noGrp="1"/>
          </p:cNvSpPr>
          <p:nvPr>
            <p:ph type="body" sz="quarter" idx="17" hasCustomPrompt="1"/>
          </p:nvPr>
        </p:nvSpPr>
        <p:spPr>
          <a:xfrm>
            <a:off x="495300" y="202695"/>
            <a:ext cx="3848100" cy="419100"/>
          </a:xfrm>
          <a:noFill/>
        </p:spPr>
        <p:txBody>
          <a:bodyPr wrap="square" lIns="0" rtlCol="0" anchor="ctr">
            <a:noAutofit/>
          </a:bodyPr>
          <a:lstStyle>
            <a:lvl1pPr marL="0" indent="0">
              <a:lnSpc>
                <a:spcPct val="100000"/>
              </a:lnSpc>
              <a:buNone/>
              <a:defRPr lang="en-US" sz="1600" b="0" dirty="0" smtClean="0">
                <a:solidFill>
                  <a:schemeClr val="tx1"/>
                </a:solidFill>
                <a:latin typeface="Bell MT" panose="02020503060305020303" pitchFamily="18" charset="77"/>
                <a:ea typeface="Noto Sans" panose="020B0502040504020204" pitchFamily="34" charset="0"/>
                <a:cs typeface="Noto Sans" panose="020B0502040504020204" pitchFamily="34" charset="0"/>
              </a:defRPr>
            </a:lvl1pPr>
          </a:lstStyle>
          <a:p>
            <a:pPr marL="0" lvl="0" defTabSz="457200"/>
            <a:r>
              <a:rPr lang="en-US"/>
              <a:t>Chapter Title</a:t>
            </a:r>
          </a:p>
        </p:txBody>
      </p:sp>
    </p:spTree>
    <p:extLst>
      <p:ext uri="{BB962C8B-B14F-4D97-AF65-F5344CB8AC3E}">
        <p14:creationId xmlns:p14="http://schemas.microsoft.com/office/powerpoint/2010/main" val="1204287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2 Sections">
    <p:spTree>
      <p:nvGrpSpPr>
        <p:cNvPr id="1" name=""/>
        <p:cNvGrpSpPr/>
        <p:nvPr/>
      </p:nvGrpSpPr>
      <p:grpSpPr>
        <a:xfrm>
          <a:off x="0" y="0"/>
          <a:ext cx="0" cy="0"/>
          <a:chOff x="0" y="0"/>
          <a:chExt cx="0" cy="0"/>
        </a:xfrm>
      </p:grpSpPr>
      <p:sp>
        <p:nvSpPr>
          <p:cNvPr id="2" name="Title 1"/>
          <p:cNvSpPr>
            <a:spLocks noGrp="1"/>
          </p:cNvSpPr>
          <p:nvPr>
            <p:ph type="title"/>
          </p:nvPr>
        </p:nvSpPr>
        <p:spPr>
          <a:xfrm>
            <a:off x="495300" y="661298"/>
            <a:ext cx="11056144" cy="610495"/>
          </a:xfrm>
        </p:spPr>
        <p:txBody>
          <a:bodyPr/>
          <a:lstStyle/>
          <a:p>
            <a:r>
              <a:rPr lang="en-US"/>
              <a:t>Click to edit Master title style</a:t>
            </a:r>
          </a:p>
        </p:txBody>
      </p:sp>
      <p:sp>
        <p:nvSpPr>
          <p:cNvPr id="3" name="Text Placeholder 2"/>
          <p:cNvSpPr>
            <a:spLocks noGrp="1"/>
          </p:cNvSpPr>
          <p:nvPr>
            <p:ph type="body" idx="1"/>
          </p:nvPr>
        </p:nvSpPr>
        <p:spPr>
          <a:xfrm>
            <a:off x="515620" y="3596640"/>
            <a:ext cx="5183188" cy="528321"/>
          </a:xfrm>
        </p:spPr>
        <p:txBody>
          <a:bodyPr anchor="b">
            <a:normAutofit/>
          </a:bodyPr>
          <a:lstStyle>
            <a:lvl1pPr marL="0" indent="0">
              <a:buNone/>
              <a:defRPr sz="18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515620" y="4216402"/>
            <a:ext cx="5183188" cy="196548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96001" y="3596640"/>
            <a:ext cx="5183188" cy="528321"/>
          </a:xfrm>
        </p:spPr>
        <p:txBody>
          <a:bodyPr anchor="b">
            <a:normAutofit/>
          </a:bodyPr>
          <a:lstStyle>
            <a:lvl1pPr marL="0" indent="0">
              <a:buNone/>
              <a:defRPr sz="18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6000" y="4216402"/>
            <a:ext cx="5183189" cy="196548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
        <p:nvSpPr>
          <p:cNvPr id="10" name="Text Placeholder 9">
            <a:extLst>
              <a:ext uri="{FF2B5EF4-FFF2-40B4-BE49-F238E27FC236}">
                <a16:creationId xmlns:a16="http://schemas.microsoft.com/office/drawing/2014/main" id="{B0D0A00A-2CA5-2799-4AED-95390D305818}"/>
              </a:ext>
            </a:extLst>
          </p:cNvPr>
          <p:cNvSpPr>
            <a:spLocks noGrp="1"/>
          </p:cNvSpPr>
          <p:nvPr>
            <p:ph type="body" sz="quarter" idx="13" hasCustomPrompt="1"/>
          </p:nvPr>
        </p:nvSpPr>
        <p:spPr>
          <a:xfrm>
            <a:off x="495300" y="202695"/>
            <a:ext cx="3848100" cy="419100"/>
          </a:xfrm>
          <a:noFill/>
        </p:spPr>
        <p:txBody>
          <a:bodyPr wrap="square" lIns="0" rtlCol="0" anchor="ctr">
            <a:noAutofit/>
          </a:bodyPr>
          <a:lstStyle>
            <a:lvl1pPr marL="0" indent="0">
              <a:lnSpc>
                <a:spcPct val="100000"/>
              </a:lnSpc>
              <a:buNone/>
              <a:defRPr lang="en-US" sz="1600" b="0" dirty="0" smtClean="0">
                <a:solidFill>
                  <a:schemeClr val="tx1"/>
                </a:solidFill>
                <a:latin typeface="Bell MT" panose="02020503060305020303" pitchFamily="18" charset="77"/>
                <a:ea typeface="Noto Sans" panose="020B0502040504020204" pitchFamily="34" charset="0"/>
                <a:cs typeface="Noto Sans" panose="020B0502040504020204" pitchFamily="34" charset="0"/>
              </a:defRPr>
            </a:lvl1pPr>
          </a:lstStyle>
          <a:p>
            <a:pPr marL="0" lvl="0" defTabSz="457200"/>
            <a:r>
              <a:rPr lang="en-US"/>
              <a:t>Chapter Title</a:t>
            </a:r>
          </a:p>
        </p:txBody>
      </p:sp>
    </p:spTree>
    <p:extLst>
      <p:ext uri="{BB962C8B-B14F-4D97-AF65-F5344CB8AC3E}">
        <p14:creationId xmlns:p14="http://schemas.microsoft.com/office/powerpoint/2010/main" val="2856659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3-Sections-Horizontal">
    <p:spTree>
      <p:nvGrpSpPr>
        <p:cNvPr id="1" name=""/>
        <p:cNvGrpSpPr/>
        <p:nvPr/>
      </p:nvGrpSpPr>
      <p:grpSpPr>
        <a:xfrm>
          <a:off x="0" y="0"/>
          <a:ext cx="0" cy="0"/>
          <a:chOff x="0" y="0"/>
          <a:chExt cx="0" cy="0"/>
        </a:xfrm>
      </p:grpSpPr>
      <p:sp>
        <p:nvSpPr>
          <p:cNvPr id="2" name="Title 1"/>
          <p:cNvSpPr>
            <a:spLocks noGrp="1"/>
          </p:cNvSpPr>
          <p:nvPr>
            <p:ph type="title"/>
          </p:nvPr>
        </p:nvSpPr>
        <p:spPr>
          <a:xfrm>
            <a:off x="495300" y="661298"/>
            <a:ext cx="11049000" cy="585633"/>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1" y="1600200"/>
            <a:ext cx="8039099" cy="137160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1" y="3201189"/>
            <a:ext cx="8039099" cy="137160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EA1DB515-6EB5-E071-77D5-52780B1F93A1}"/>
              </a:ext>
            </a:extLst>
          </p:cNvPr>
          <p:cNvSpPr>
            <a:spLocks noGrp="1"/>
          </p:cNvSpPr>
          <p:nvPr>
            <p:ph sz="half" idx="16"/>
          </p:nvPr>
        </p:nvSpPr>
        <p:spPr>
          <a:xfrm>
            <a:off x="3581401" y="4800600"/>
            <a:ext cx="8039099" cy="137160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495300" y="1600200"/>
            <a:ext cx="2857502" cy="1371600"/>
          </a:xfrm>
        </p:spPr>
        <p:txBody>
          <a:bodyPr anchor="ctr">
            <a:noAutofit/>
          </a:bodyPr>
          <a:lstStyle>
            <a:lvl1pPr marL="0" indent="0">
              <a:lnSpc>
                <a:spcPct val="100000"/>
              </a:lnSpc>
              <a:buNone/>
              <a:defRPr sz="22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495300" y="3199375"/>
            <a:ext cx="2857502" cy="1371600"/>
          </a:xfrm>
        </p:spPr>
        <p:txBody>
          <a:bodyPr anchor="ctr">
            <a:noAutofit/>
          </a:bodyPr>
          <a:lstStyle>
            <a:lvl1pPr marL="0" indent="0">
              <a:lnSpc>
                <a:spcPct val="100000"/>
              </a:lnSpc>
              <a:buNone/>
              <a:defRPr sz="22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10CFF52-B968-331C-1CD8-EA2083E67BDF}"/>
              </a:ext>
            </a:extLst>
          </p:cNvPr>
          <p:cNvSpPr>
            <a:spLocks noGrp="1"/>
          </p:cNvSpPr>
          <p:nvPr>
            <p:ph type="body" idx="19"/>
          </p:nvPr>
        </p:nvSpPr>
        <p:spPr>
          <a:xfrm>
            <a:off x="495300" y="4796972"/>
            <a:ext cx="2857502" cy="1371600"/>
          </a:xfrm>
        </p:spPr>
        <p:txBody>
          <a:bodyPr anchor="ctr">
            <a:noAutofit/>
          </a:bodyPr>
          <a:lstStyle>
            <a:lvl1pPr marL="0" indent="0">
              <a:lnSpc>
                <a:spcPct val="100000"/>
              </a:lnSpc>
              <a:buNone/>
              <a:defRPr sz="22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2" name="Text Placeholder 9">
            <a:extLst>
              <a:ext uri="{FF2B5EF4-FFF2-40B4-BE49-F238E27FC236}">
                <a16:creationId xmlns:a16="http://schemas.microsoft.com/office/drawing/2014/main" id="{2199B24D-39D2-F3B3-4C06-CC9118662849}"/>
              </a:ext>
            </a:extLst>
          </p:cNvPr>
          <p:cNvSpPr>
            <a:spLocks noGrp="1"/>
          </p:cNvSpPr>
          <p:nvPr>
            <p:ph type="body" sz="quarter" idx="13" hasCustomPrompt="1"/>
          </p:nvPr>
        </p:nvSpPr>
        <p:spPr>
          <a:xfrm>
            <a:off x="495300" y="202695"/>
            <a:ext cx="3848100" cy="419100"/>
          </a:xfrm>
          <a:noFill/>
        </p:spPr>
        <p:txBody>
          <a:bodyPr wrap="square" lIns="0" rtlCol="0" anchor="ctr">
            <a:noAutofit/>
          </a:bodyPr>
          <a:lstStyle>
            <a:lvl1pPr marL="0" indent="0">
              <a:lnSpc>
                <a:spcPct val="100000"/>
              </a:lnSpc>
              <a:buNone/>
              <a:defRPr lang="en-US" sz="1600" b="0" dirty="0" smtClean="0">
                <a:solidFill>
                  <a:schemeClr val="tx1"/>
                </a:solidFill>
                <a:latin typeface="Bell MT" panose="02020503060305020303" pitchFamily="18" charset="77"/>
                <a:ea typeface="Noto Sans" panose="020B0502040504020204" pitchFamily="34" charset="0"/>
                <a:cs typeface="Noto Sans" panose="020B0502040504020204" pitchFamily="34" charset="0"/>
              </a:defRPr>
            </a:lvl1pPr>
          </a:lstStyle>
          <a:p>
            <a:pPr marL="0" lvl="0" defTabSz="457200"/>
            <a:r>
              <a:rPr lang="en-US"/>
              <a:t>Chapter Title</a:t>
            </a:r>
          </a:p>
        </p:txBody>
      </p:sp>
    </p:spTree>
    <p:extLst>
      <p:ext uri="{BB962C8B-B14F-4D97-AF65-F5344CB8AC3E}">
        <p14:creationId xmlns:p14="http://schemas.microsoft.com/office/powerpoint/2010/main" val="3411696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2 Sections Horizontal">
    <p:spTree>
      <p:nvGrpSpPr>
        <p:cNvPr id="1" name=""/>
        <p:cNvGrpSpPr/>
        <p:nvPr/>
      </p:nvGrpSpPr>
      <p:grpSpPr>
        <a:xfrm>
          <a:off x="0" y="0"/>
          <a:ext cx="0" cy="0"/>
          <a:chOff x="0" y="0"/>
          <a:chExt cx="0" cy="0"/>
        </a:xfrm>
      </p:grpSpPr>
      <p:sp>
        <p:nvSpPr>
          <p:cNvPr id="2" name="Title 1"/>
          <p:cNvSpPr>
            <a:spLocks noGrp="1"/>
          </p:cNvSpPr>
          <p:nvPr>
            <p:ph type="title"/>
          </p:nvPr>
        </p:nvSpPr>
        <p:spPr>
          <a:xfrm>
            <a:off x="495300" y="661298"/>
            <a:ext cx="11049000" cy="596069"/>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467099" y="1556188"/>
            <a:ext cx="8229601" cy="210312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467099" y="3864194"/>
            <a:ext cx="8229601" cy="210312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495300" y="1558002"/>
            <a:ext cx="2743199" cy="2103120"/>
          </a:xfrm>
        </p:spPr>
        <p:txBody>
          <a:bodyPr anchor="ctr">
            <a:noAutofit/>
          </a:bodyPr>
          <a:lstStyle>
            <a:lvl1pPr marL="0" indent="0">
              <a:lnSpc>
                <a:spcPct val="100000"/>
              </a:lnSpc>
              <a:buNone/>
              <a:defRPr sz="22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495300" y="3864194"/>
            <a:ext cx="2743199" cy="2103120"/>
          </a:xfrm>
        </p:spPr>
        <p:txBody>
          <a:bodyPr anchor="ctr">
            <a:noAutofit/>
          </a:bodyPr>
          <a:lstStyle>
            <a:lvl1pPr marL="0" indent="0">
              <a:lnSpc>
                <a:spcPct val="100000"/>
              </a:lnSpc>
              <a:buNone/>
              <a:defRPr sz="22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0" name="Text Placeholder 9">
            <a:extLst>
              <a:ext uri="{FF2B5EF4-FFF2-40B4-BE49-F238E27FC236}">
                <a16:creationId xmlns:a16="http://schemas.microsoft.com/office/drawing/2014/main" id="{7E236E1A-8872-D795-BEEB-ED06DF88DA05}"/>
              </a:ext>
            </a:extLst>
          </p:cNvPr>
          <p:cNvSpPr>
            <a:spLocks noGrp="1"/>
          </p:cNvSpPr>
          <p:nvPr>
            <p:ph type="body" sz="quarter" idx="13" hasCustomPrompt="1"/>
          </p:nvPr>
        </p:nvSpPr>
        <p:spPr>
          <a:xfrm>
            <a:off x="495300" y="202695"/>
            <a:ext cx="3848100" cy="419100"/>
          </a:xfrm>
          <a:noFill/>
        </p:spPr>
        <p:txBody>
          <a:bodyPr wrap="square" lIns="0" rtlCol="0" anchor="ctr">
            <a:noAutofit/>
          </a:bodyPr>
          <a:lstStyle>
            <a:lvl1pPr marL="0" indent="0">
              <a:lnSpc>
                <a:spcPct val="100000"/>
              </a:lnSpc>
              <a:buNone/>
              <a:defRPr lang="en-US" sz="1600" b="0" dirty="0" smtClean="0">
                <a:solidFill>
                  <a:schemeClr val="tx1"/>
                </a:solidFill>
                <a:latin typeface="Bell MT" panose="02020503060305020303" pitchFamily="18" charset="77"/>
                <a:ea typeface="Noto Sans" panose="020B0502040504020204" pitchFamily="34" charset="0"/>
                <a:cs typeface="Noto Sans" panose="020B0502040504020204" pitchFamily="34" charset="0"/>
              </a:defRPr>
            </a:lvl1pPr>
          </a:lstStyle>
          <a:p>
            <a:pPr marL="0" lvl="0" defTabSz="457200"/>
            <a:r>
              <a:rPr lang="en-US"/>
              <a:t>Chapter Title</a:t>
            </a:r>
          </a:p>
        </p:txBody>
      </p:sp>
    </p:spTree>
    <p:extLst>
      <p:ext uri="{BB962C8B-B14F-4D97-AF65-F5344CB8AC3E}">
        <p14:creationId xmlns:p14="http://schemas.microsoft.com/office/powerpoint/2010/main" val="1811198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495300" y="661298"/>
            <a:ext cx="11037571" cy="588809"/>
          </a:xfrm>
        </p:spPr>
        <p:txBody>
          <a:bodyPr/>
          <a:lstStyle/>
          <a:p>
            <a:r>
              <a:rPr lang="en-US" dirty="0"/>
              <a:t>Click to edit Master title style</a:t>
            </a:r>
          </a:p>
        </p:txBody>
      </p:sp>
      <p:sp>
        <p:nvSpPr>
          <p:cNvPr id="3" name="Content Placeholder 2"/>
          <p:cNvSpPr>
            <a:spLocks noGrp="1"/>
          </p:cNvSpPr>
          <p:nvPr>
            <p:ph sz="half" idx="1"/>
          </p:nvPr>
        </p:nvSpPr>
        <p:spPr>
          <a:xfrm>
            <a:off x="495300" y="2461278"/>
            <a:ext cx="3566160" cy="3702041"/>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24350" y="2470159"/>
            <a:ext cx="3566160" cy="3702041"/>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153400" y="2470159"/>
            <a:ext cx="3566160" cy="3702041"/>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495301" y="1591318"/>
            <a:ext cx="3566160" cy="743503"/>
          </a:xfrm>
        </p:spPr>
        <p:txBody>
          <a:bodyPr anchor="t">
            <a:noAutofit/>
          </a:bodyPr>
          <a:lstStyle>
            <a:lvl1pPr marL="0" indent="0">
              <a:lnSpc>
                <a:spcPct val="75000"/>
              </a:lnSpc>
              <a:buNone/>
              <a:defRPr sz="20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324351" y="1600199"/>
            <a:ext cx="3566160" cy="743503"/>
          </a:xfrm>
        </p:spPr>
        <p:txBody>
          <a:bodyPr anchor="t">
            <a:noAutofit/>
          </a:bodyPr>
          <a:lstStyle>
            <a:lvl1pPr marL="0" indent="0">
              <a:lnSpc>
                <a:spcPct val="75000"/>
              </a:lnSpc>
              <a:buNone/>
              <a:defRPr sz="20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153400" y="1600199"/>
            <a:ext cx="3566160" cy="743503"/>
          </a:xfrm>
        </p:spPr>
        <p:txBody>
          <a:bodyPr anchor="t">
            <a:noAutofit/>
          </a:bodyPr>
          <a:lstStyle>
            <a:lvl1pPr marL="0" indent="0">
              <a:lnSpc>
                <a:spcPct val="75000"/>
              </a:lnSpc>
              <a:buNone/>
              <a:defRPr sz="2000" b="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2" name="Text Placeholder 9">
            <a:extLst>
              <a:ext uri="{FF2B5EF4-FFF2-40B4-BE49-F238E27FC236}">
                <a16:creationId xmlns:a16="http://schemas.microsoft.com/office/drawing/2014/main" id="{2D35B1A2-147E-D369-3B7D-4DCE10069778}"/>
              </a:ext>
            </a:extLst>
          </p:cNvPr>
          <p:cNvSpPr>
            <a:spLocks noGrp="1"/>
          </p:cNvSpPr>
          <p:nvPr>
            <p:ph type="body" sz="quarter" idx="17" hasCustomPrompt="1"/>
          </p:nvPr>
        </p:nvSpPr>
        <p:spPr>
          <a:xfrm>
            <a:off x="495300" y="202695"/>
            <a:ext cx="3848100" cy="419100"/>
          </a:xfrm>
          <a:noFill/>
        </p:spPr>
        <p:txBody>
          <a:bodyPr wrap="square" lIns="0" rtlCol="0" anchor="ctr">
            <a:noAutofit/>
          </a:bodyPr>
          <a:lstStyle>
            <a:lvl1pPr marL="0" indent="0">
              <a:lnSpc>
                <a:spcPct val="100000"/>
              </a:lnSpc>
              <a:buNone/>
              <a:defRPr lang="en-US" sz="1600" b="0" dirty="0" smtClean="0">
                <a:solidFill>
                  <a:schemeClr val="tx1"/>
                </a:solidFill>
                <a:latin typeface="Bell MT" panose="02020503060305020303" pitchFamily="18" charset="77"/>
                <a:ea typeface="Noto Sans" panose="020B0502040504020204" pitchFamily="34" charset="0"/>
                <a:cs typeface="Noto Sans" panose="020B0502040504020204" pitchFamily="34" charset="0"/>
              </a:defRPr>
            </a:lvl1pPr>
          </a:lstStyle>
          <a:p>
            <a:pPr marL="0" lvl="0" defTabSz="457200"/>
            <a:r>
              <a:rPr lang="en-US"/>
              <a:t>Chapter Title</a:t>
            </a:r>
          </a:p>
        </p:txBody>
      </p:sp>
    </p:spTree>
    <p:extLst>
      <p:ext uri="{BB962C8B-B14F-4D97-AF65-F5344CB8AC3E}">
        <p14:creationId xmlns:p14="http://schemas.microsoft.com/office/powerpoint/2010/main" val="1204287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2064" y="686425"/>
            <a:ext cx="4574540" cy="1188720"/>
          </a:xfrm>
        </p:spPr>
        <p:txBody>
          <a:bodyPr anchor="t"/>
          <a:lstStyle>
            <a:lvl1pPr>
              <a:lnSpc>
                <a:spcPct val="75000"/>
              </a:lnSpc>
              <a:defRPr/>
            </a:lvl1pPr>
          </a:lstStyle>
          <a:p>
            <a:r>
              <a:rPr lang="en-US"/>
              <a:t>Click to edit Master title style</a:t>
            </a:r>
          </a:p>
        </p:txBody>
      </p:sp>
      <p:sp>
        <p:nvSpPr>
          <p:cNvPr id="3" name="Content Placeholder 2"/>
          <p:cNvSpPr>
            <a:spLocks noGrp="1"/>
          </p:cNvSpPr>
          <p:nvPr>
            <p:ph idx="1"/>
          </p:nvPr>
        </p:nvSpPr>
        <p:spPr>
          <a:xfrm>
            <a:off x="5191761" y="1965959"/>
            <a:ext cx="6507480" cy="4434841"/>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7" name="Text Placeholder 9">
            <a:extLst>
              <a:ext uri="{FF2B5EF4-FFF2-40B4-BE49-F238E27FC236}">
                <a16:creationId xmlns:a16="http://schemas.microsoft.com/office/drawing/2014/main" id="{ABFC479A-69CB-67F4-722F-DE15E46A52ED}"/>
              </a:ext>
            </a:extLst>
          </p:cNvPr>
          <p:cNvSpPr>
            <a:spLocks noGrp="1"/>
          </p:cNvSpPr>
          <p:nvPr>
            <p:ph type="body" sz="quarter" idx="13" hasCustomPrompt="1"/>
          </p:nvPr>
        </p:nvSpPr>
        <p:spPr>
          <a:xfrm>
            <a:off x="495300" y="202695"/>
            <a:ext cx="3848100" cy="419100"/>
          </a:xfrm>
          <a:noFill/>
        </p:spPr>
        <p:txBody>
          <a:bodyPr wrap="square" lIns="0" rtlCol="0" anchor="ctr">
            <a:noAutofit/>
          </a:bodyPr>
          <a:lstStyle>
            <a:lvl1pPr marL="0" indent="0">
              <a:lnSpc>
                <a:spcPct val="100000"/>
              </a:lnSpc>
              <a:buNone/>
              <a:defRPr lang="en-US" sz="1600" b="0" dirty="0" smtClean="0">
                <a:solidFill>
                  <a:schemeClr val="tx1"/>
                </a:solidFill>
                <a:latin typeface="Bell MT" panose="02020503060305020303" pitchFamily="18" charset="77"/>
                <a:ea typeface="Noto Sans" panose="020B0502040504020204" pitchFamily="34" charset="0"/>
                <a:cs typeface="Noto Sans" panose="020B0502040504020204" pitchFamily="34" charset="0"/>
              </a:defRPr>
            </a:lvl1pPr>
          </a:lstStyle>
          <a:p>
            <a:pPr marL="0" lvl="0" defTabSz="457200"/>
            <a:r>
              <a:rPr lang="en-US"/>
              <a:t>Chapter Title</a:t>
            </a:r>
          </a:p>
        </p:txBody>
      </p:sp>
    </p:spTree>
    <p:extLst>
      <p:ext uri="{BB962C8B-B14F-4D97-AF65-F5344CB8AC3E}">
        <p14:creationId xmlns:p14="http://schemas.microsoft.com/office/powerpoint/2010/main" val="35785257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heme" Target="../theme/theme3.xml"/><Relationship Id="rId1" Type="http://schemas.openxmlformats.org/officeDocument/2006/relationships/slideLayout" Target="../slideLayouts/slideLayout3.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heme" Target="../theme/theme4.xml"/><Relationship Id="rId1" Type="http://schemas.openxmlformats.org/officeDocument/2006/relationships/slideLayout" Target="../slideLayouts/slideLayout4.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heme" Target="../theme/theme5.xml"/><Relationship Id="rId1" Type="http://schemas.openxmlformats.org/officeDocument/2006/relationships/slideLayout" Target="../slideLayouts/slideLayout5.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6.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heme" Target="../theme/theme6.xml"/><Relationship Id="rId1" Type="http://schemas.openxmlformats.org/officeDocument/2006/relationships/slideLayout" Target="../slideLayouts/slideLayout6.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7.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heme" Target="../theme/theme7.xml"/><Relationship Id="rId1" Type="http://schemas.openxmlformats.org/officeDocument/2006/relationships/slideLayout" Target="../slideLayouts/slideLayout7.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heme" Target="../theme/theme8.xml"/><Relationship Id="rId1" Type="http://schemas.openxmlformats.org/officeDocument/2006/relationships/slideLayout" Target="../slideLayouts/slideLayout8.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9.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heme" Target="../theme/theme9.xml"/><Relationship Id="rId1" Type="http://schemas.openxmlformats.org/officeDocument/2006/relationships/slideLayout" Target="../slideLayouts/slideLayout9.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10.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heme" Target="../theme/theme10.xml"/><Relationship Id="rId1" Type="http://schemas.openxmlformats.org/officeDocument/2006/relationships/slideLayout" Target="../slideLayouts/slideLayout10.xml"/><Relationship Id="rId5" Type="http://schemas.openxmlformats.org/officeDocument/2006/relationships/image" Target="../media/image1.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68144F-D055-13AF-0B17-6E89978EE7E1}"/>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BD68144F-D055-13AF-0B17-6E89978EE7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95300" y="661298"/>
            <a:ext cx="11201400" cy="735016"/>
          </a:xfrm>
          <a:prstGeom prst="rect">
            <a:avLst/>
          </a:prstGeom>
        </p:spPr>
        <p:txBody>
          <a:bodyPr vert="horz" lIns="0" tIns="45720" rIns="91440" bIns="45720" rtlCol="0" anchor="ctr">
            <a:noAutofit/>
          </a:bodyPr>
          <a:lstStyle/>
          <a:p>
            <a:r>
              <a:rPr lang="en-US" dirty="0"/>
              <a:t>Slide title</a:t>
            </a:r>
          </a:p>
        </p:txBody>
      </p:sp>
      <p:sp>
        <p:nvSpPr>
          <p:cNvPr id="3" name="Text Placeholder 2"/>
          <p:cNvSpPr>
            <a:spLocks noGrp="1"/>
          </p:cNvSpPr>
          <p:nvPr>
            <p:ph type="body" idx="1"/>
          </p:nvPr>
        </p:nvSpPr>
        <p:spPr>
          <a:xfrm>
            <a:off x="495300" y="1631091"/>
            <a:ext cx="11201400" cy="4668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71500" y="6538585"/>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12/4/2025</a:t>
            </a:fld>
            <a:endParaRPr lang="en-US"/>
          </a:p>
        </p:txBody>
      </p:sp>
      <p:sp>
        <p:nvSpPr>
          <p:cNvPr id="5" name="Footer Placeholder 4"/>
          <p:cNvSpPr>
            <a:spLocks noGrp="1"/>
          </p:cNvSpPr>
          <p:nvPr>
            <p:ph type="ftr" sz="quarter" idx="3"/>
          </p:nvPr>
        </p:nvSpPr>
        <p:spPr>
          <a:xfrm>
            <a:off x="3662680" y="6538585"/>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16060" y="6538585"/>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grpSp>
        <p:nvGrpSpPr>
          <p:cNvPr id="10" name="Group 9">
            <a:extLst>
              <a:ext uri="{FF2B5EF4-FFF2-40B4-BE49-F238E27FC236}">
                <a16:creationId xmlns:a16="http://schemas.microsoft.com/office/drawing/2014/main" id="{5955F9FC-9D99-13AC-DDAE-24820FEE7A26}"/>
              </a:ext>
            </a:extLst>
          </p:cNvPr>
          <p:cNvGrpSpPr/>
          <p:nvPr userDrawn="1"/>
        </p:nvGrpSpPr>
        <p:grpSpPr>
          <a:xfrm>
            <a:off x="495299" y="558920"/>
            <a:ext cx="11201401" cy="5843031"/>
            <a:chOff x="224675" y="391668"/>
            <a:chExt cx="8694900" cy="4420781"/>
          </a:xfrm>
        </p:grpSpPr>
        <p:cxnSp>
          <p:nvCxnSpPr>
            <p:cNvPr id="11" name="Google Shape;8;p1">
              <a:extLst>
                <a:ext uri="{FF2B5EF4-FFF2-40B4-BE49-F238E27FC236}">
                  <a16:creationId xmlns:a16="http://schemas.microsoft.com/office/drawing/2014/main" id="{59DC0905-A6E2-89D3-343A-460F66E70087}"/>
                </a:ext>
              </a:extLst>
            </p:cNvPr>
            <p:cNvCxnSpPr/>
            <p:nvPr/>
          </p:nvCxnSpPr>
          <p:spPr>
            <a:xfrm>
              <a:off x="224675" y="391668"/>
              <a:ext cx="8694900" cy="0"/>
            </a:xfrm>
            <a:prstGeom prst="straightConnector1">
              <a:avLst/>
            </a:prstGeom>
            <a:noFill/>
            <a:ln w="12700" cap="flat" cmpd="sng">
              <a:solidFill>
                <a:schemeClr val="tx1"/>
              </a:solidFill>
              <a:prstDash val="solid"/>
              <a:round/>
              <a:headEnd type="none" w="med" len="med"/>
              <a:tailEnd type="none" w="med" len="med"/>
            </a:ln>
          </p:spPr>
        </p:cxnSp>
        <p:cxnSp>
          <p:nvCxnSpPr>
            <p:cNvPr id="12" name="Google Shape;9;p1">
              <a:extLst>
                <a:ext uri="{FF2B5EF4-FFF2-40B4-BE49-F238E27FC236}">
                  <a16:creationId xmlns:a16="http://schemas.microsoft.com/office/drawing/2014/main" id="{415F1440-7141-1F1C-5822-5F1A336CFB19}"/>
                </a:ext>
              </a:extLst>
            </p:cNvPr>
            <p:cNvCxnSpPr/>
            <p:nvPr/>
          </p:nvCxnSpPr>
          <p:spPr>
            <a:xfrm>
              <a:off x="224675" y="4812449"/>
              <a:ext cx="8694900" cy="0"/>
            </a:xfrm>
            <a:prstGeom prst="straightConnector1">
              <a:avLst/>
            </a:prstGeom>
            <a:noFill/>
            <a:ln w="12700" cap="flat" cmpd="sng">
              <a:solidFill>
                <a:schemeClr val="tx1"/>
              </a:solidFill>
              <a:prstDash val="solid"/>
              <a:round/>
              <a:headEnd type="none" w="med" len="med"/>
              <a:tailEnd type="none" w="med" len="med"/>
            </a:ln>
          </p:spPr>
        </p:cxnSp>
      </p:grpSp>
    </p:spTree>
    <p:extLst>
      <p:ext uri="{BB962C8B-B14F-4D97-AF65-F5344CB8AC3E}">
        <p14:creationId xmlns:p14="http://schemas.microsoft.com/office/powerpoint/2010/main" val="2751617666"/>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377" rtl="0" eaLnBrk="1" latinLnBrk="0" hangingPunct="1">
        <a:lnSpc>
          <a:spcPct val="75000"/>
        </a:lnSpc>
        <a:spcBef>
          <a:spcPct val="0"/>
        </a:spcBef>
        <a:buNone/>
        <a:defRPr sz="3600" b="0" i="0" kern="1200" cap="none" spc="0" baseline="0">
          <a:solidFill>
            <a:schemeClr val="tx1"/>
          </a:solidFill>
          <a:latin typeface="Avenir Next LT Pro" panose="020B0504020202020204" pitchFamily="34" charset="77"/>
          <a:ea typeface="+mj-ea"/>
          <a:cs typeface="+mj-cs"/>
        </a:defRPr>
      </a:lvl1pPr>
    </p:titleStyle>
    <p:bodyStyle>
      <a:lvl1pPr marL="347663" indent="-3365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88" userDrawn="1">
          <p15:clr>
            <a:srgbClr val="F26B43"/>
          </p15:clr>
        </p15:guide>
        <p15:guide id="12" pos="312" userDrawn="1">
          <p15:clr>
            <a:srgbClr val="F26B43"/>
          </p15:clr>
        </p15:guide>
        <p15:guide id="13" orient="horz" pos="4032" userDrawn="1">
          <p15:clr>
            <a:srgbClr val="F26B43"/>
          </p15:clr>
        </p15:guide>
        <p15:guide id="14" pos="7368" userDrawn="1">
          <p15:clr>
            <a:srgbClr val="F26B43"/>
          </p15:clr>
        </p15:guide>
        <p15:guide id="15" pos="3840" userDrawn="1">
          <p15:clr>
            <a:srgbClr val="F26B43"/>
          </p15:clr>
        </p15:guide>
        <p15:guide id="16" pos="960" userDrawn="1">
          <p15:clr>
            <a:srgbClr val="F26B43"/>
          </p15:clr>
        </p15:guide>
        <p15:guide id="17" orient="horz" pos="2160" userDrawn="1">
          <p15:clr>
            <a:srgbClr val="F26B43"/>
          </p15:clr>
        </p15:guide>
        <p15:guide id="18" pos="2712" userDrawn="1">
          <p15:clr>
            <a:srgbClr val="F26B43"/>
          </p15:clr>
        </p15:guide>
        <p15:guide id="19" pos="5136" userDrawn="1">
          <p15:clr>
            <a:srgbClr val="F26B43"/>
          </p15:clr>
        </p15:guide>
        <p15:guide id="20" orient="horz" pos="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68144F-D055-13AF-0B17-6E89978EE7E1}"/>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BD68144F-D055-13AF-0B17-6E89978EE7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95300" y="661298"/>
            <a:ext cx="11201400" cy="735016"/>
          </a:xfrm>
          <a:prstGeom prst="rect">
            <a:avLst/>
          </a:prstGeom>
        </p:spPr>
        <p:txBody>
          <a:bodyPr vert="horz" lIns="0" tIns="45720" rIns="91440" bIns="45720" rtlCol="0" anchor="ctr">
            <a:noAutofit/>
          </a:bodyPr>
          <a:lstStyle/>
          <a:p>
            <a:r>
              <a:rPr lang="en-US" dirty="0"/>
              <a:t>Slide title</a:t>
            </a:r>
          </a:p>
        </p:txBody>
      </p:sp>
      <p:sp>
        <p:nvSpPr>
          <p:cNvPr id="3" name="Text Placeholder 2"/>
          <p:cNvSpPr>
            <a:spLocks noGrp="1"/>
          </p:cNvSpPr>
          <p:nvPr>
            <p:ph type="body" idx="1"/>
          </p:nvPr>
        </p:nvSpPr>
        <p:spPr>
          <a:xfrm>
            <a:off x="495300" y="1631091"/>
            <a:ext cx="11201400" cy="4668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71500" y="6538585"/>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12/4/2025</a:t>
            </a:fld>
            <a:endParaRPr lang="en-US"/>
          </a:p>
        </p:txBody>
      </p:sp>
      <p:sp>
        <p:nvSpPr>
          <p:cNvPr id="5" name="Footer Placeholder 4"/>
          <p:cNvSpPr>
            <a:spLocks noGrp="1"/>
          </p:cNvSpPr>
          <p:nvPr>
            <p:ph type="ftr" sz="quarter" idx="3"/>
          </p:nvPr>
        </p:nvSpPr>
        <p:spPr>
          <a:xfrm>
            <a:off x="3662680" y="6538585"/>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16060" y="6538585"/>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grpSp>
        <p:nvGrpSpPr>
          <p:cNvPr id="10" name="Group 9">
            <a:extLst>
              <a:ext uri="{FF2B5EF4-FFF2-40B4-BE49-F238E27FC236}">
                <a16:creationId xmlns:a16="http://schemas.microsoft.com/office/drawing/2014/main" id="{5955F9FC-9D99-13AC-DDAE-24820FEE7A26}"/>
              </a:ext>
            </a:extLst>
          </p:cNvPr>
          <p:cNvGrpSpPr/>
          <p:nvPr userDrawn="1"/>
        </p:nvGrpSpPr>
        <p:grpSpPr>
          <a:xfrm>
            <a:off x="495299" y="558920"/>
            <a:ext cx="11201401" cy="5843031"/>
            <a:chOff x="224675" y="391668"/>
            <a:chExt cx="8694900" cy="4420781"/>
          </a:xfrm>
        </p:grpSpPr>
        <p:cxnSp>
          <p:nvCxnSpPr>
            <p:cNvPr id="11" name="Google Shape;8;p1">
              <a:extLst>
                <a:ext uri="{FF2B5EF4-FFF2-40B4-BE49-F238E27FC236}">
                  <a16:creationId xmlns:a16="http://schemas.microsoft.com/office/drawing/2014/main" id="{59DC0905-A6E2-89D3-343A-460F66E70087}"/>
                </a:ext>
              </a:extLst>
            </p:cNvPr>
            <p:cNvCxnSpPr/>
            <p:nvPr/>
          </p:nvCxnSpPr>
          <p:spPr>
            <a:xfrm>
              <a:off x="224675" y="391668"/>
              <a:ext cx="8694900" cy="0"/>
            </a:xfrm>
            <a:prstGeom prst="straightConnector1">
              <a:avLst/>
            </a:prstGeom>
            <a:noFill/>
            <a:ln w="12700" cap="flat" cmpd="sng">
              <a:solidFill>
                <a:schemeClr val="tx1"/>
              </a:solidFill>
              <a:prstDash val="solid"/>
              <a:round/>
              <a:headEnd type="none" w="med" len="med"/>
              <a:tailEnd type="none" w="med" len="med"/>
            </a:ln>
          </p:spPr>
        </p:cxnSp>
        <p:cxnSp>
          <p:nvCxnSpPr>
            <p:cNvPr id="12" name="Google Shape;9;p1">
              <a:extLst>
                <a:ext uri="{FF2B5EF4-FFF2-40B4-BE49-F238E27FC236}">
                  <a16:creationId xmlns:a16="http://schemas.microsoft.com/office/drawing/2014/main" id="{415F1440-7141-1F1C-5822-5F1A336CFB19}"/>
                </a:ext>
              </a:extLst>
            </p:cNvPr>
            <p:cNvCxnSpPr/>
            <p:nvPr/>
          </p:nvCxnSpPr>
          <p:spPr>
            <a:xfrm>
              <a:off x="224675" y="4812449"/>
              <a:ext cx="8694900" cy="0"/>
            </a:xfrm>
            <a:prstGeom prst="straightConnector1">
              <a:avLst/>
            </a:prstGeom>
            <a:noFill/>
            <a:ln w="12700" cap="flat" cmpd="sng">
              <a:solidFill>
                <a:schemeClr val="tx1"/>
              </a:solidFill>
              <a:prstDash val="solid"/>
              <a:round/>
              <a:headEnd type="none" w="med" len="med"/>
              <a:tailEnd type="none" w="med" len="med"/>
            </a:ln>
          </p:spPr>
        </p:cxnSp>
      </p:grpSp>
    </p:spTree>
    <p:extLst>
      <p:ext uri="{BB962C8B-B14F-4D97-AF65-F5344CB8AC3E}">
        <p14:creationId xmlns:p14="http://schemas.microsoft.com/office/powerpoint/2010/main" val="2751617666"/>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914377" rtl="0" eaLnBrk="1" latinLnBrk="0" hangingPunct="1">
        <a:lnSpc>
          <a:spcPct val="75000"/>
        </a:lnSpc>
        <a:spcBef>
          <a:spcPct val="0"/>
        </a:spcBef>
        <a:buNone/>
        <a:defRPr sz="3600" b="0" i="0" kern="1200" cap="none" spc="0" baseline="0">
          <a:solidFill>
            <a:schemeClr val="tx1"/>
          </a:solidFill>
          <a:latin typeface="Avenir Next LT Pro" panose="020B0504020202020204" pitchFamily="34" charset="77"/>
          <a:ea typeface="+mj-ea"/>
          <a:cs typeface="+mj-cs"/>
        </a:defRPr>
      </a:lvl1pPr>
    </p:titleStyle>
    <p:bodyStyle>
      <a:lvl1pPr marL="347663" indent="-3365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88" userDrawn="1">
          <p15:clr>
            <a:srgbClr val="F26B43"/>
          </p15:clr>
        </p15:guide>
        <p15:guide id="12" pos="312" userDrawn="1">
          <p15:clr>
            <a:srgbClr val="F26B43"/>
          </p15:clr>
        </p15:guide>
        <p15:guide id="13" orient="horz" pos="4032" userDrawn="1">
          <p15:clr>
            <a:srgbClr val="F26B43"/>
          </p15:clr>
        </p15:guide>
        <p15:guide id="14" pos="7368" userDrawn="1">
          <p15:clr>
            <a:srgbClr val="F26B43"/>
          </p15:clr>
        </p15:guide>
        <p15:guide id="15" pos="3840" userDrawn="1">
          <p15:clr>
            <a:srgbClr val="F26B43"/>
          </p15:clr>
        </p15:guide>
        <p15:guide id="16" pos="960" userDrawn="1">
          <p15:clr>
            <a:srgbClr val="F26B43"/>
          </p15:clr>
        </p15:guide>
        <p15:guide id="17" orient="horz" pos="2160" userDrawn="1">
          <p15:clr>
            <a:srgbClr val="F26B43"/>
          </p15:clr>
        </p15:guide>
        <p15:guide id="18" pos="2712" userDrawn="1">
          <p15:clr>
            <a:srgbClr val="F26B43"/>
          </p15:clr>
        </p15:guide>
        <p15:guide id="19" pos="5136" userDrawn="1">
          <p15:clr>
            <a:srgbClr val="F26B43"/>
          </p15:clr>
        </p15:guide>
        <p15:guide id="20" orient="horz" pos="8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68144F-D055-13AF-0B17-6E89978EE7E1}"/>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BD68144F-D055-13AF-0B17-6E89978EE7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95300" y="661298"/>
            <a:ext cx="11201400" cy="735016"/>
          </a:xfrm>
          <a:prstGeom prst="rect">
            <a:avLst/>
          </a:prstGeom>
        </p:spPr>
        <p:txBody>
          <a:bodyPr vert="horz" lIns="0" tIns="45720" rIns="91440" bIns="45720" rtlCol="0" anchor="ctr">
            <a:noAutofit/>
          </a:bodyPr>
          <a:lstStyle/>
          <a:p>
            <a:r>
              <a:rPr lang="en-US" dirty="0"/>
              <a:t>Slide title</a:t>
            </a:r>
          </a:p>
        </p:txBody>
      </p:sp>
      <p:sp>
        <p:nvSpPr>
          <p:cNvPr id="3" name="Text Placeholder 2"/>
          <p:cNvSpPr>
            <a:spLocks noGrp="1"/>
          </p:cNvSpPr>
          <p:nvPr>
            <p:ph type="body" idx="1"/>
          </p:nvPr>
        </p:nvSpPr>
        <p:spPr>
          <a:xfrm>
            <a:off x="495300" y="1631091"/>
            <a:ext cx="11201400" cy="4668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71500" y="6538585"/>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12/4/2025</a:t>
            </a:fld>
            <a:endParaRPr lang="en-US"/>
          </a:p>
        </p:txBody>
      </p:sp>
      <p:sp>
        <p:nvSpPr>
          <p:cNvPr id="5" name="Footer Placeholder 4"/>
          <p:cNvSpPr>
            <a:spLocks noGrp="1"/>
          </p:cNvSpPr>
          <p:nvPr>
            <p:ph type="ftr" sz="quarter" idx="3"/>
          </p:nvPr>
        </p:nvSpPr>
        <p:spPr>
          <a:xfrm>
            <a:off x="3662680" y="6538585"/>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16060" y="6538585"/>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grpSp>
        <p:nvGrpSpPr>
          <p:cNvPr id="10" name="Group 9">
            <a:extLst>
              <a:ext uri="{FF2B5EF4-FFF2-40B4-BE49-F238E27FC236}">
                <a16:creationId xmlns:a16="http://schemas.microsoft.com/office/drawing/2014/main" id="{5955F9FC-9D99-13AC-DDAE-24820FEE7A26}"/>
              </a:ext>
            </a:extLst>
          </p:cNvPr>
          <p:cNvGrpSpPr/>
          <p:nvPr userDrawn="1"/>
        </p:nvGrpSpPr>
        <p:grpSpPr>
          <a:xfrm>
            <a:off x="495299" y="558920"/>
            <a:ext cx="11201401" cy="5843031"/>
            <a:chOff x="224675" y="391668"/>
            <a:chExt cx="8694900" cy="4420781"/>
          </a:xfrm>
        </p:grpSpPr>
        <p:cxnSp>
          <p:nvCxnSpPr>
            <p:cNvPr id="11" name="Google Shape;8;p1">
              <a:extLst>
                <a:ext uri="{FF2B5EF4-FFF2-40B4-BE49-F238E27FC236}">
                  <a16:creationId xmlns:a16="http://schemas.microsoft.com/office/drawing/2014/main" id="{59DC0905-A6E2-89D3-343A-460F66E70087}"/>
                </a:ext>
              </a:extLst>
            </p:cNvPr>
            <p:cNvCxnSpPr/>
            <p:nvPr/>
          </p:nvCxnSpPr>
          <p:spPr>
            <a:xfrm>
              <a:off x="224675" y="391668"/>
              <a:ext cx="8694900" cy="0"/>
            </a:xfrm>
            <a:prstGeom prst="straightConnector1">
              <a:avLst/>
            </a:prstGeom>
            <a:noFill/>
            <a:ln w="12700" cap="flat" cmpd="sng">
              <a:solidFill>
                <a:schemeClr val="tx1"/>
              </a:solidFill>
              <a:prstDash val="solid"/>
              <a:round/>
              <a:headEnd type="none" w="med" len="med"/>
              <a:tailEnd type="none" w="med" len="med"/>
            </a:ln>
          </p:spPr>
        </p:cxnSp>
        <p:cxnSp>
          <p:nvCxnSpPr>
            <p:cNvPr id="12" name="Google Shape;9;p1">
              <a:extLst>
                <a:ext uri="{FF2B5EF4-FFF2-40B4-BE49-F238E27FC236}">
                  <a16:creationId xmlns:a16="http://schemas.microsoft.com/office/drawing/2014/main" id="{415F1440-7141-1F1C-5822-5F1A336CFB19}"/>
                </a:ext>
              </a:extLst>
            </p:cNvPr>
            <p:cNvCxnSpPr/>
            <p:nvPr/>
          </p:nvCxnSpPr>
          <p:spPr>
            <a:xfrm>
              <a:off x="224675" y="4812449"/>
              <a:ext cx="8694900" cy="0"/>
            </a:xfrm>
            <a:prstGeom prst="straightConnector1">
              <a:avLst/>
            </a:prstGeom>
            <a:noFill/>
            <a:ln w="12700" cap="flat" cmpd="sng">
              <a:solidFill>
                <a:schemeClr val="tx1"/>
              </a:solidFill>
              <a:prstDash val="solid"/>
              <a:round/>
              <a:headEnd type="none" w="med" len="med"/>
              <a:tailEnd type="none" w="med" len="med"/>
            </a:ln>
          </p:spPr>
        </p:cxnSp>
      </p:grpSp>
    </p:spTree>
    <p:extLst>
      <p:ext uri="{BB962C8B-B14F-4D97-AF65-F5344CB8AC3E}">
        <p14:creationId xmlns:p14="http://schemas.microsoft.com/office/powerpoint/2010/main" val="2751617666"/>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914377" rtl="0" eaLnBrk="1" latinLnBrk="0" hangingPunct="1">
        <a:lnSpc>
          <a:spcPct val="75000"/>
        </a:lnSpc>
        <a:spcBef>
          <a:spcPct val="0"/>
        </a:spcBef>
        <a:buNone/>
        <a:defRPr sz="3600" b="0" i="0" kern="1200" cap="none" spc="0" baseline="0">
          <a:solidFill>
            <a:schemeClr val="tx1"/>
          </a:solidFill>
          <a:latin typeface="Avenir Next LT Pro" panose="020B0504020202020204" pitchFamily="34" charset="77"/>
          <a:ea typeface="+mj-ea"/>
          <a:cs typeface="+mj-cs"/>
        </a:defRPr>
      </a:lvl1pPr>
    </p:titleStyle>
    <p:bodyStyle>
      <a:lvl1pPr marL="347663" indent="-3365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88" userDrawn="1">
          <p15:clr>
            <a:srgbClr val="F26B43"/>
          </p15:clr>
        </p15:guide>
        <p15:guide id="12" pos="312" userDrawn="1">
          <p15:clr>
            <a:srgbClr val="F26B43"/>
          </p15:clr>
        </p15:guide>
        <p15:guide id="13" orient="horz" pos="4032" userDrawn="1">
          <p15:clr>
            <a:srgbClr val="F26B43"/>
          </p15:clr>
        </p15:guide>
        <p15:guide id="14" pos="7368" userDrawn="1">
          <p15:clr>
            <a:srgbClr val="F26B43"/>
          </p15:clr>
        </p15:guide>
        <p15:guide id="15" pos="3840" userDrawn="1">
          <p15:clr>
            <a:srgbClr val="F26B43"/>
          </p15:clr>
        </p15:guide>
        <p15:guide id="16" pos="960" userDrawn="1">
          <p15:clr>
            <a:srgbClr val="F26B43"/>
          </p15:clr>
        </p15:guide>
        <p15:guide id="17" orient="horz" pos="2160" userDrawn="1">
          <p15:clr>
            <a:srgbClr val="F26B43"/>
          </p15:clr>
        </p15:guide>
        <p15:guide id="18" pos="2712" userDrawn="1">
          <p15:clr>
            <a:srgbClr val="F26B43"/>
          </p15:clr>
        </p15:guide>
        <p15:guide id="19" pos="5136" userDrawn="1">
          <p15:clr>
            <a:srgbClr val="F26B43"/>
          </p15:clr>
        </p15:guide>
        <p15:guide id="20" orient="horz" pos="86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68144F-D055-13AF-0B17-6E89978EE7E1}"/>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BD68144F-D055-13AF-0B17-6E89978EE7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95300" y="661298"/>
            <a:ext cx="11201400" cy="735016"/>
          </a:xfrm>
          <a:prstGeom prst="rect">
            <a:avLst/>
          </a:prstGeom>
        </p:spPr>
        <p:txBody>
          <a:bodyPr vert="horz" lIns="0" tIns="45720" rIns="91440" bIns="45720" rtlCol="0" anchor="ctr">
            <a:noAutofit/>
          </a:bodyPr>
          <a:lstStyle/>
          <a:p>
            <a:r>
              <a:rPr lang="en-US" dirty="0"/>
              <a:t>Slide title</a:t>
            </a:r>
          </a:p>
        </p:txBody>
      </p:sp>
      <p:sp>
        <p:nvSpPr>
          <p:cNvPr id="3" name="Text Placeholder 2"/>
          <p:cNvSpPr>
            <a:spLocks noGrp="1"/>
          </p:cNvSpPr>
          <p:nvPr>
            <p:ph type="body" idx="1"/>
          </p:nvPr>
        </p:nvSpPr>
        <p:spPr>
          <a:xfrm>
            <a:off x="495300" y="1631091"/>
            <a:ext cx="11201400" cy="4668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71500" y="6538585"/>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12/4/2025</a:t>
            </a:fld>
            <a:endParaRPr lang="en-US"/>
          </a:p>
        </p:txBody>
      </p:sp>
      <p:sp>
        <p:nvSpPr>
          <p:cNvPr id="5" name="Footer Placeholder 4"/>
          <p:cNvSpPr>
            <a:spLocks noGrp="1"/>
          </p:cNvSpPr>
          <p:nvPr>
            <p:ph type="ftr" sz="quarter" idx="3"/>
          </p:nvPr>
        </p:nvSpPr>
        <p:spPr>
          <a:xfrm>
            <a:off x="3662680" y="6538585"/>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16060" y="6538585"/>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grpSp>
        <p:nvGrpSpPr>
          <p:cNvPr id="10" name="Group 9">
            <a:extLst>
              <a:ext uri="{FF2B5EF4-FFF2-40B4-BE49-F238E27FC236}">
                <a16:creationId xmlns:a16="http://schemas.microsoft.com/office/drawing/2014/main" id="{5955F9FC-9D99-13AC-DDAE-24820FEE7A26}"/>
              </a:ext>
            </a:extLst>
          </p:cNvPr>
          <p:cNvGrpSpPr/>
          <p:nvPr userDrawn="1"/>
        </p:nvGrpSpPr>
        <p:grpSpPr>
          <a:xfrm>
            <a:off x="495299" y="558920"/>
            <a:ext cx="11201401" cy="5843031"/>
            <a:chOff x="224675" y="391668"/>
            <a:chExt cx="8694900" cy="4420781"/>
          </a:xfrm>
        </p:grpSpPr>
        <p:cxnSp>
          <p:nvCxnSpPr>
            <p:cNvPr id="11" name="Google Shape;8;p1">
              <a:extLst>
                <a:ext uri="{FF2B5EF4-FFF2-40B4-BE49-F238E27FC236}">
                  <a16:creationId xmlns:a16="http://schemas.microsoft.com/office/drawing/2014/main" id="{59DC0905-A6E2-89D3-343A-460F66E70087}"/>
                </a:ext>
              </a:extLst>
            </p:cNvPr>
            <p:cNvCxnSpPr/>
            <p:nvPr/>
          </p:nvCxnSpPr>
          <p:spPr>
            <a:xfrm>
              <a:off x="224675" y="391668"/>
              <a:ext cx="8694900" cy="0"/>
            </a:xfrm>
            <a:prstGeom prst="straightConnector1">
              <a:avLst/>
            </a:prstGeom>
            <a:noFill/>
            <a:ln w="12700" cap="flat" cmpd="sng">
              <a:solidFill>
                <a:schemeClr val="tx1"/>
              </a:solidFill>
              <a:prstDash val="solid"/>
              <a:round/>
              <a:headEnd type="none" w="med" len="med"/>
              <a:tailEnd type="none" w="med" len="med"/>
            </a:ln>
          </p:spPr>
        </p:cxnSp>
        <p:cxnSp>
          <p:nvCxnSpPr>
            <p:cNvPr id="12" name="Google Shape;9;p1">
              <a:extLst>
                <a:ext uri="{FF2B5EF4-FFF2-40B4-BE49-F238E27FC236}">
                  <a16:creationId xmlns:a16="http://schemas.microsoft.com/office/drawing/2014/main" id="{415F1440-7141-1F1C-5822-5F1A336CFB19}"/>
                </a:ext>
              </a:extLst>
            </p:cNvPr>
            <p:cNvCxnSpPr/>
            <p:nvPr/>
          </p:nvCxnSpPr>
          <p:spPr>
            <a:xfrm>
              <a:off x="224675" y="4812449"/>
              <a:ext cx="8694900" cy="0"/>
            </a:xfrm>
            <a:prstGeom prst="straightConnector1">
              <a:avLst/>
            </a:prstGeom>
            <a:noFill/>
            <a:ln w="12700" cap="flat" cmpd="sng">
              <a:solidFill>
                <a:schemeClr val="tx1"/>
              </a:solidFill>
              <a:prstDash val="solid"/>
              <a:round/>
              <a:headEnd type="none" w="med" len="med"/>
              <a:tailEnd type="none" w="med" len="med"/>
            </a:ln>
          </p:spPr>
        </p:cxnSp>
      </p:grpSp>
    </p:spTree>
    <p:extLst>
      <p:ext uri="{BB962C8B-B14F-4D97-AF65-F5344CB8AC3E}">
        <p14:creationId xmlns:p14="http://schemas.microsoft.com/office/powerpoint/2010/main" val="2751617666"/>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377" rtl="0" eaLnBrk="1" latinLnBrk="0" hangingPunct="1">
        <a:lnSpc>
          <a:spcPct val="75000"/>
        </a:lnSpc>
        <a:spcBef>
          <a:spcPct val="0"/>
        </a:spcBef>
        <a:buNone/>
        <a:defRPr sz="3600" b="0" i="0" kern="1200" cap="none" spc="0" baseline="0">
          <a:solidFill>
            <a:schemeClr val="tx1"/>
          </a:solidFill>
          <a:latin typeface="Avenir Next LT Pro" panose="020B0504020202020204" pitchFamily="34" charset="77"/>
          <a:ea typeface="+mj-ea"/>
          <a:cs typeface="+mj-cs"/>
        </a:defRPr>
      </a:lvl1pPr>
    </p:titleStyle>
    <p:bodyStyle>
      <a:lvl1pPr marL="347663" indent="-3365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88" userDrawn="1">
          <p15:clr>
            <a:srgbClr val="F26B43"/>
          </p15:clr>
        </p15:guide>
        <p15:guide id="12" pos="312" userDrawn="1">
          <p15:clr>
            <a:srgbClr val="F26B43"/>
          </p15:clr>
        </p15:guide>
        <p15:guide id="13" orient="horz" pos="4032" userDrawn="1">
          <p15:clr>
            <a:srgbClr val="F26B43"/>
          </p15:clr>
        </p15:guide>
        <p15:guide id="14" pos="7368" userDrawn="1">
          <p15:clr>
            <a:srgbClr val="F26B43"/>
          </p15:clr>
        </p15:guide>
        <p15:guide id="15" pos="3840" userDrawn="1">
          <p15:clr>
            <a:srgbClr val="F26B43"/>
          </p15:clr>
        </p15:guide>
        <p15:guide id="16" pos="960" userDrawn="1">
          <p15:clr>
            <a:srgbClr val="F26B43"/>
          </p15:clr>
        </p15:guide>
        <p15:guide id="17" orient="horz" pos="2160" userDrawn="1">
          <p15:clr>
            <a:srgbClr val="F26B43"/>
          </p15:clr>
        </p15:guide>
        <p15:guide id="18" pos="2712" userDrawn="1">
          <p15:clr>
            <a:srgbClr val="F26B43"/>
          </p15:clr>
        </p15:guide>
        <p15:guide id="19" pos="5136" userDrawn="1">
          <p15:clr>
            <a:srgbClr val="F26B43"/>
          </p15:clr>
        </p15:guide>
        <p15:guide id="20" orient="horz" pos="8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68144F-D055-13AF-0B17-6E89978EE7E1}"/>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BD68144F-D055-13AF-0B17-6E89978EE7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95300" y="661298"/>
            <a:ext cx="11201400" cy="735016"/>
          </a:xfrm>
          <a:prstGeom prst="rect">
            <a:avLst/>
          </a:prstGeom>
        </p:spPr>
        <p:txBody>
          <a:bodyPr vert="horz" lIns="0" tIns="45720" rIns="91440" bIns="45720" rtlCol="0" anchor="ctr">
            <a:noAutofit/>
          </a:bodyPr>
          <a:lstStyle/>
          <a:p>
            <a:r>
              <a:rPr lang="en-US" dirty="0"/>
              <a:t>Slide title</a:t>
            </a:r>
          </a:p>
        </p:txBody>
      </p:sp>
      <p:sp>
        <p:nvSpPr>
          <p:cNvPr id="3" name="Text Placeholder 2"/>
          <p:cNvSpPr>
            <a:spLocks noGrp="1"/>
          </p:cNvSpPr>
          <p:nvPr>
            <p:ph type="body" idx="1"/>
          </p:nvPr>
        </p:nvSpPr>
        <p:spPr>
          <a:xfrm>
            <a:off x="495300" y="1631091"/>
            <a:ext cx="11201400" cy="4668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71500" y="6538585"/>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12/4/2025</a:t>
            </a:fld>
            <a:endParaRPr lang="en-US"/>
          </a:p>
        </p:txBody>
      </p:sp>
      <p:sp>
        <p:nvSpPr>
          <p:cNvPr id="5" name="Footer Placeholder 4"/>
          <p:cNvSpPr>
            <a:spLocks noGrp="1"/>
          </p:cNvSpPr>
          <p:nvPr>
            <p:ph type="ftr" sz="quarter" idx="3"/>
          </p:nvPr>
        </p:nvSpPr>
        <p:spPr>
          <a:xfrm>
            <a:off x="3662680" y="6538585"/>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16060" y="6538585"/>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grpSp>
        <p:nvGrpSpPr>
          <p:cNvPr id="10" name="Group 9">
            <a:extLst>
              <a:ext uri="{FF2B5EF4-FFF2-40B4-BE49-F238E27FC236}">
                <a16:creationId xmlns:a16="http://schemas.microsoft.com/office/drawing/2014/main" id="{5955F9FC-9D99-13AC-DDAE-24820FEE7A26}"/>
              </a:ext>
            </a:extLst>
          </p:cNvPr>
          <p:cNvGrpSpPr/>
          <p:nvPr userDrawn="1"/>
        </p:nvGrpSpPr>
        <p:grpSpPr>
          <a:xfrm>
            <a:off x="495299" y="558920"/>
            <a:ext cx="11201401" cy="5843031"/>
            <a:chOff x="224675" y="391668"/>
            <a:chExt cx="8694900" cy="4420781"/>
          </a:xfrm>
        </p:grpSpPr>
        <p:cxnSp>
          <p:nvCxnSpPr>
            <p:cNvPr id="11" name="Google Shape;8;p1">
              <a:extLst>
                <a:ext uri="{FF2B5EF4-FFF2-40B4-BE49-F238E27FC236}">
                  <a16:creationId xmlns:a16="http://schemas.microsoft.com/office/drawing/2014/main" id="{59DC0905-A6E2-89D3-343A-460F66E70087}"/>
                </a:ext>
              </a:extLst>
            </p:cNvPr>
            <p:cNvCxnSpPr/>
            <p:nvPr/>
          </p:nvCxnSpPr>
          <p:spPr>
            <a:xfrm>
              <a:off x="224675" y="391668"/>
              <a:ext cx="8694900" cy="0"/>
            </a:xfrm>
            <a:prstGeom prst="straightConnector1">
              <a:avLst/>
            </a:prstGeom>
            <a:noFill/>
            <a:ln w="12700" cap="flat" cmpd="sng">
              <a:solidFill>
                <a:schemeClr val="tx1"/>
              </a:solidFill>
              <a:prstDash val="solid"/>
              <a:round/>
              <a:headEnd type="none" w="med" len="med"/>
              <a:tailEnd type="none" w="med" len="med"/>
            </a:ln>
          </p:spPr>
        </p:cxnSp>
        <p:cxnSp>
          <p:nvCxnSpPr>
            <p:cNvPr id="12" name="Google Shape;9;p1">
              <a:extLst>
                <a:ext uri="{FF2B5EF4-FFF2-40B4-BE49-F238E27FC236}">
                  <a16:creationId xmlns:a16="http://schemas.microsoft.com/office/drawing/2014/main" id="{415F1440-7141-1F1C-5822-5F1A336CFB19}"/>
                </a:ext>
              </a:extLst>
            </p:cNvPr>
            <p:cNvCxnSpPr/>
            <p:nvPr/>
          </p:nvCxnSpPr>
          <p:spPr>
            <a:xfrm>
              <a:off x="224675" y="4812449"/>
              <a:ext cx="8694900" cy="0"/>
            </a:xfrm>
            <a:prstGeom prst="straightConnector1">
              <a:avLst/>
            </a:prstGeom>
            <a:noFill/>
            <a:ln w="12700" cap="flat" cmpd="sng">
              <a:solidFill>
                <a:schemeClr val="tx1"/>
              </a:solidFill>
              <a:prstDash val="solid"/>
              <a:round/>
              <a:headEnd type="none" w="med" len="med"/>
              <a:tailEnd type="none" w="med" len="med"/>
            </a:ln>
          </p:spPr>
        </p:cxnSp>
      </p:grpSp>
    </p:spTree>
    <p:extLst>
      <p:ext uri="{BB962C8B-B14F-4D97-AF65-F5344CB8AC3E}">
        <p14:creationId xmlns:p14="http://schemas.microsoft.com/office/powerpoint/2010/main" val="2751617666"/>
      </p:ext>
    </p:extLst>
  </p:cSld>
  <p:clrMap bg1="lt1" tx1="dk1" bg2="lt2" tx2="dk2" accent1="accent1" accent2="accent2" accent3="accent3" accent4="accent4" accent5="accent5" accent6="accent6" hlink="hlink" folHlink="folHlink"/>
  <p:sldLayoutIdLst>
    <p:sldLayoutId id="2147483674" r:id="rId1"/>
  </p:sldLayoutIdLst>
  <p:txStyles>
    <p:titleStyle>
      <a:lvl1pPr algn="l" defTabSz="914377" rtl="0" eaLnBrk="1" latinLnBrk="0" hangingPunct="1">
        <a:lnSpc>
          <a:spcPct val="75000"/>
        </a:lnSpc>
        <a:spcBef>
          <a:spcPct val="0"/>
        </a:spcBef>
        <a:buNone/>
        <a:defRPr sz="3600" b="0" i="0" kern="1200" cap="none" spc="0" baseline="0">
          <a:solidFill>
            <a:schemeClr val="tx1"/>
          </a:solidFill>
          <a:latin typeface="Avenir Next LT Pro" panose="020B0504020202020204" pitchFamily="34" charset="77"/>
          <a:ea typeface="+mj-ea"/>
          <a:cs typeface="+mj-cs"/>
        </a:defRPr>
      </a:lvl1pPr>
    </p:titleStyle>
    <p:bodyStyle>
      <a:lvl1pPr marL="347663" indent="-3365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88" userDrawn="1">
          <p15:clr>
            <a:srgbClr val="F26B43"/>
          </p15:clr>
        </p15:guide>
        <p15:guide id="12" pos="312" userDrawn="1">
          <p15:clr>
            <a:srgbClr val="F26B43"/>
          </p15:clr>
        </p15:guide>
        <p15:guide id="13" orient="horz" pos="4032" userDrawn="1">
          <p15:clr>
            <a:srgbClr val="F26B43"/>
          </p15:clr>
        </p15:guide>
        <p15:guide id="14" pos="7368" userDrawn="1">
          <p15:clr>
            <a:srgbClr val="F26B43"/>
          </p15:clr>
        </p15:guide>
        <p15:guide id="15" pos="3840" userDrawn="1">
          <p15:clr>
            <a:srgbClr val="F26B43"/>
          </p15:clr>
        </p15:guide>
        <p15:guide id="16" pos="960" userDrawn="1">
          <p15:clr>
            <a:srgbClr val="F26B43"/>
          </p15:clr>
        </p15:guide>
        <p15:guide id="17" orient="horz" pos="2160" userDrawn="1">
          <p15:clr>
            <a:srgbClr val="F26B43"/>
          </p15:clr>
        </p15:guide>
        <p15:guide id="18" pos="2712" userDrawn="1">
          <p15:clr>
            <a:srgbClr val="F26B43"/>
          </p15:clr>
        </p15:guide>
        <p15:guide id="19" pos="5136" userDrawn="1">
          <p15:clr>
            <a:srgbClr val="F26B43"/>
          </p15:clr>
        </p15:guide>
        <p15:guide id="20" orient="horz" pos="86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68144F-D055-13AF-0B17-6E89978EE7E1}"/>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BD68144F-D055-13AF-0B17-6E89978EE7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95300" y="661298"/>
            <a:ext cx="11201400" cy="735016"/>
          </a:xfrm>
          <a:prstGeom prst="rect">
            <a:avLst/>
          </a:prstGeom>
        </p:spPr>
        <p:txBody>
          <a:bodyPr vert="horz" lIns="0" tIns="45720" rIns="91440" bIns="45720" rtlCol="0" anchor="ctr">
            <a:noAutofit/>
          </a:bodyPr>
          <a:lstStyle/>
          <a:p>
            <a:r>
              <a:rPr lang="en-US" dirty="0"/>
              <a:t>Slide title</a:t>
            </a:r>
          </a:p>
        </p:txBody>
      </p:sp>
      <p:sp>
        <p:nvSpPr>
          <p:cNvPr id="3" name="Text Placeholder 2"/>
          <p:cNvSpPr>
            <a:spLocks noGrp="1"/>
          </p:cNvSpPr>
          <p:nvPr>
            <p:ph type="body" idx="1"/>
          </p:nvPr>
        </p:nvSpPr>
        <p:spPr>
          <a:xfrm>
            <a:off x="495300" y="1631091"/>
            <a:ext cx="11201400" cy="4668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71500" y="6538585"/>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12/4/2025</a:t>
            </a:fld>
            <a:endParaRPr lang="en-US"/>
          </a:p>
        </p:txBody>
      </p:sp>
      <p:sp>
        <p:nvSpPr>
          <p:cNvPr id="5" name="Footer Placeholder 4"/>
          <p:cNvSpPr>
            <a:spLocks noGrp="1"/>
          </p:cNvSpPr>
          <p:nvPr>
            <p:ph type="ftr" sz="quarter" idx="3"/>
          </p:nvPr>
        </p:nvSpPr>
        <p:spPr>
          <a:xfrm>
            <a:off x="3662680" y="6538585"/>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16060" y="6538585"/>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grpSp>
        <p:nvGrpSpPr>
          <p:cNvPr id="10" name="Group 9">
            <a:extLst>
              <a:ext uri="{FF2B5EF4-FFF2-40B4-BE49-F238E27FC236}">
                <a16:creationId xmlns:a16="http://schemas.microsoft.com/office/drawing/2014/main" id="{5955F9FC-9D99-13AC-DDAE-24820FEE7A26}"/>
              </a:ext>
            </a:extLst>
          </p:cNvPr>
          <p:cNvGrpSpPr/>
          <p:nvPr userDrawn="1"/>
        </p:nvGrpSpPr>
        <p:grpSpPr>
          <a:xfrm>
            <a:off x="495299" y="558920"/>
            <a:ext cx="11201401" cy="5843031"/>
            <a:chOff x="224675" y="391668"/>
            <a:chExt cx="8694900" cy="4420781"/>
          </a:xfrm>
        </p:grpSpPr>
        <p:cxnSp>
          <p:nvCxnSpPr>
            <p:cNvPr id="11" name="Google Shape;8;p1">
              <a:extLst>
                <a:ext uri="{FF2B5EF4-FFF2-40B4-BE49-F238E27FC236}">
                  <a16:creationId xmlns:a16="http://schemas.microsoft.com/office/drawing/2014/main" id="{59DC0905-A6E2-89D3-343A-460F66E70087}"/>
                </a:ext>
              </a:extLst>
            </p:cNvPr>
            <p:cNvCxnSpPr/>
            <p:nvPr/>
          </p:nvCxnSpPr>
          <p:spPr>
            <a:xfrm>
              <a:off x="224675" y="391668"/>
              <a:ext cx="8694900" cy="0"/>
            </a:xfrm>
            <a:prstGeom prst="straightConnector1">
              <a:avLst/>
            </a:prstGeom>
            <a:noFill/>
            <a:ln w="12700" cap="flat" cmpd="sng">
              <a:solidFill>
                <a:schemeClr val="tx1"/>
              </a:solidFill>
              <a:prstDash val="solid"/>
              <a:round/>
              <a:headEnd type="none" w="med" len="med"/>
              <a:tailEnd type="none" w="med" len="med"/>
            </a:ln>
          </p:spPr>
        </p:cxnSp>
        <p:cxnSp>
          <p:nvCxnSpPr>
            <p:cNvPr id="12" name="Google Shape;9;p1">
              <a:extLst>
                <a:ext uri="{FF2B5EF4-FFF2-40B4-BE49-F238E27FC236}">
                  <a16:creationId xmlns:a16="http://schemas.microsoft.com/office/drawing/2014/main" id="{415F1440-7141-1F1C-5822-5F1A336CFB19}"/>
                </a:ext>
              </a:extLst>
            </p:cNvPr>
            <p:cNvCxnSpPr/>
            <p:nvPr/>
          </p:nvCxnSpPr>
          <p:spPr>
            <a:xfrm>
              <a:off x="224675" y="4812449"/>
              <a:ext cx="8694900" cy="0"/>
            </a:xfrm>
            <a:prstGeom prst="straightConnector1">
              <a:avLst/>
            </a:prstGeom>
            <a:noFill/>
            <a:ln w="12700" cap="flat" cmpd="sng">
              <a:solidFill>
                <a:schemeClr val="tx1"/>
              </a:solidFill>
              <a:prstDash val="solid"/>
              <a:round/>
              <a:headEnd type="none" w="med" len="med"/>
              <a:tailEnd type="none" w="med" len="med"/>
            </a:ln>
          </p:spPr>
        </p:cxnSp>
      </p:grpSp>
    </p:spTree>
    <p:extLst>
      <p:ext uri="{BB962C8B-B14F-4D97-AF65-F5344CB8AC3E}">
        <p14:creationId xmlns:p14="http://schemas.microsoft.com/office/powerpoint/2010/main" val="2751617666"/>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914377" rtl="0" eaLnBrk="1" latinLnBrk="0" hangingPunct="1">
        <a:lnSpc>
          <a:spcPct val="75000"/>
        </a:lnSpc>
        <a:spcBef>
          <a:spcPct val="0"/>
        </a:spcBef>
        <a:buNone/>
        <a:defRPr sz="3600" b="0" i="0" kern="1200" cap="none" spc="0" baseline="0">
          <a:solidFill>
            <a:schemeClr val="tx1"/>
          </a:solidFill>
          <a:latin typeface="Avenir Next LT Pro" panose="020B0504020202020204" pitchFamily="34" charset="77"/>
          <a:ea typeface="+mj-ea"/>
          <a:cs typeface="+mj-cs"/>
        </a:defRPr>
      </a:lvl1pPr>
    </p:titleStyle>
    <p:bodyStyle>
      <a:lvl1pPr marL="347663" indent="-3365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88" userDrawn="1">
          <p15:clr>
            <a:srgbClr val="F26B43"/>
          </p15:clr>
        </p15:guide>
        <p15:guide id="12" pos="312" userDrawn="1">
          <p15:clr>
            <a:srgbClr val="F26B43"/>
          </p15:clr>
        </p15:guide>
        <p15:guide id="13" orient="horz" pos="4032" userDrawn="1">
          <p15:clr>
            <a:srgbClr val="F26B43"/>
          </p15:clr>
        </p15:guide>
        <p15:guide id="14" pos="7368" userDrawn="1">
          <p15:clr>
            <a:srgbClr val="F26B43"/>
          </p15:clr>
        </p15:guide>
        <p15:guide id="15" pos="3840" userDrawn="1">
          <p15:clr>
            <a:srgbClr val="F26B43"/>
          </p15:clr>
        </p15:guide>
        <p15:guide id="16" pos="960" userDrawn="1">
          <p15:clr>
            <a:srgbClr val="F26B43"/>
          </p15:clr>
        </p15:guide>
        <p15:guide id="17" orient="horz" pos="2160" userDrawn="1">
          <p15:clr>
            <a:srgbClr val="F26B43"/>
          </p15:clr>
        </p15:guide>
        <p15:guide id="18" pos="2712" userDrawn="1">
          <p15:clr>
            <a:srgbClr val="F26B43"/>
          </p15:clr>
        </p15:guide>
        <p15:guide id="19" pos="5136" userDrawn="1">
          <p15:clr>
            <a:srgbClr val="F26B43"/>
          </p15:clr>
        </p15:guide>
        <p15:guide id="20" orient="horz" pos="86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68144F-D055-13AF-0B17-6E89978EE7E1}"/>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BD68144F-D055-13AF-0B17-6E89978EE7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95300" y="661298"/>
            <a:ext cx="11201400" cy="735016"/>
          </a:xfrm>
          <a:prstGeom prst="rect">
            <a:avLst/>
          </a:prstGeom>
        </p:spPr>
        <p:txBody>
          <a:bodyPr vert="horz" lIns="0" tIns="45720" rIns="91440" bIns="45720" rtlCol="0" anchor="ctr">
            <a:noAutofit/>
          </a:bodyPr>
          <a:lstStyle/>
          <a:p>
            <a:r>
              <a:rPr lang="en-US" dirty="0"/>
              <a:t>Slide title</a:t>
            </a:r>
          </a:p>
        </p:txBody>
      </p:sp>
      <p:sp>
        <p:nvSpPr>
          <p:cNvPr id="3" name="Text Placeholder 2"/>
          <p:cNvSpPr>
            <a:spLocks noGrp="1"/>
          </p:cNvSpPr>
          <p:nvPr>
            <p:ph type="body" idx="1"/>
          </p:nvPr>
        </p:nvSpPr>
        <p:spPr>
          <a:xfrm>
            <a:off x="495300" y="1631091"/>
            <a:ext cx="11201400" cy="4668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71500" y="6538585"/>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12/4/2025</a:t>
            </a:fld>
            <a:endParaRPr lang="en-US"/>
          </a:p>
        </p:txBody>
      </p:sp>
      <p:sp>
        <p:nvSpPr>
          <p:cNvPr id="5" name="Footer Placeholder 4"/>
          <p:cNvSpPr>
            <a:spLocks noGrp="1"/>
          </p:cNvSpPr>
          <p:nvPr>
            <p:ph type="ftr" sz="quarter" idx="3"/>
          </p:nvPr>
        </p:nvSpPr>
        <p:spPr>
          <a:xfrm>
            <a:off x="3662680" y="6538585"/>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16060" y="6538585"/>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grpSp>
        <p:nvGrpSpPr>
          <p:cNvPr id="10" name="Group 9">
            <a:extLst>
              <a:ext uri="{FF2B5EF4-FFF2-40B4-BE49-F238E27FC236}">
                <a16:creationId xmlns:a16="http://schemas.microsoft.com/office/drawing/2014/main" id="{5955F9FC-9D99-13AC-DDAE-24820FEE7A26}"/>
              </a:ext>
            </a:extLst>
          </p:cNvPr>
          <p:cNvGrpSpPr/>
          <p:nvPr userDrawn="1"/>
        </p:nvGrpSpPr>
        <p:grpSpPr>
          <a:xfrm>
            <a:off x="495299" y="558920"/>
            <a:ext cx="11201401" cy="5843031"/>
            <a:chOff x="224675" y="391668"/>
            <a:chExt cx="8694900" cy="4420781"/>
          </a:xfrm>
        </p:grpSpPr>
        <p:cxnSp>
          <p:nvCxnSpPr>
            <p:cNvPr id="11" name="Google Shape;8;p1">
              <a:extLst>
                <a:ext uri="{FF2B5EF4-FFF2-40B4-BE49-F238E27FC236}">
                  <a16:creationId xmlns:a16="http://schemas.microsoft.com/office/drawing/2014/main" id="{59DC0905-A6E2-89D3-343A-460F66E70087}"/>
                </a:ext>
              </a:extLst>
            </p:cNvPr>
            <p:cNvCxnSpPr/>
            <p:nvPr/>
          </p:nvCxnSpPr>
          <p:spPr>
            <a:xfrm>
              <a:off x="224675" y="391668"/>
              <a:ext cx="8694900" cy="0"/>
            </a:xfrm>
            <a:prstGeom prst="straightConnector1">
              <a:avLst/>
            </a:prstGeom>
            <a:noFill/>
            <a:ln w="12700" cap="flat" cmpd="sng">
              <a:solidFill>
                <a:schemeClr val="tx1"/>
              </a:solidFill>
              <a:prstDash val="solid"/>
              <a:round/>
              <a:headEnd type="none" w="med" len="med"/>
              <a:tailEnd type="none" w="med" len="med"/>
            </a:ln>
          </p:spPr>
        </p:cxnSp>
        <p:cxnSp>
          <p:nvCxnSpPr>
            <p:cNvPr id="12" name="Google Shape;9;p1">
              <a:extLst>
                <a:ext uri="{FF2B5EF4-FFF2-40B4-BE49-F238E27FC236}">
                  <a16:creationId xmlns:a16="http://schemas.microsoft.com/office/drawing/2014/main" id="{415F1440-7141-1F1C-5822-5F1A336CFB19}"/>
                </a:ext>
              </a:extLst>
            </p:cNvPr>
            <p:cNvCxnSpPr/>
            <p:nvPr/>
          </p:nvCxnSpPr>
          <p:spPr>
            <a:xfrm>
              <a:off x="224675" y="4812449"/>
              <a:ext cx="8694900" cy="0"/>
            </a:xfrm>
            <a:prstGeom prst="straightConnector1">
              <a:avLst/>
            </a:prstGeom>
            <a:noFill/>
            <a:ln w="12700" cap="flat" cmpd="sng">
              <a:solidFill>
                <a:schemeClr val="tx1"/>
              </a:solidFill>
              <a:prstDash val="solid"/>
              <a:round/>
              <a:headEnd type="none" w="med" len="med"/>
              <a:tailEnd type="none" w="med" len="med"/>
            </a:ln>
          </p:spPr>
        </p:cxnSp>
      </p:grpSp>
    </p:spTree>
    <p:extLst>
      <p:ext uri="{BB962C8B-B14F-4D97-AF65-F5344CB8AC3E}">
        <p14:creationId xmlns:p14="http://schemas.microsoft.com/office/powerpoint/2010/main" val="2751617666"/>
      </p:ext>
    </p:extLst>
  </p:cSld>
  <p:clrMap bg1="lt1" tx1="dk1" bg2="lt2" tx2="dk2" accent1="accent1" accent2="accent2" accent3="accent3" accent4="accent4" accent5="accent5" accent6="accent6" hlink="hlink" folHlink="folHlink"/>
  <p:sldLayoutIdLst>
    <p:sldLayoutId id="2147483676" r:id="rId1"/>
  </p:sldLayoutIdLst>
  <p:txStyles>
    <p:titleStyle>
      <a:lvl1pPr algn="l" defTabSz="914377" rtl="0" eaLnBrk="1" latinLnBrk="0" hangingPunct="1">
        <a:lnSpc>
          <a:spcPct val="75000"/>
        </a:lnSpc>
        <a:spcBef>
          <a:spcPct val="0"/>
        </a:spcBef>
        <a:buNone/>
        <a:defRPr sz="3600" b="0" i="0" kern="1200" cap="none" spc="0" baseline="0">
          <a:solidFill>
            <a:schemeClr val="tx1"/>
          </a:solidFill>
          <a:latin typeface="Avenir Next LT Pro" panose="020B0504020202020204" pitchFamily="34" charset="77"/>
          <a:ea typeface="+mj-ea"/>
          <a:cs typeface="+mj-cs"/>
        </a:defRPr>
      </a:lvl1pPr>
    </p:titleStyle>
    <p:bodyStyle>
      <a:lvl1pPr marL="347663" indent="-3365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88" userDrawn="1">
          <p15:clr>
            <a:srgbClr val="F26B43"/>
          </p15:clr>
        </p15:guide>
        <p15:guide id="12" pos="312" userDrawn="1">
          <p15:clr>
            <a:srgbClr val="F26B43"/>
          </p15:clr>
        </p15:guide>
        <p15:guide id="13" orient="horz" pos="4032" userDrawn="1">
          <p15:clr>
            <a:srgbClr val="F26B43"/>
          </p15:clr>
        </p15:guide>
        <p15:guide id="14" pos="7368" userDrawn="1">
          <p15:clr>
            <a:srgbClr val="F26B43"/>
          </p15:clr>
        </p15:guide>
        <p15:guide id="15" pos="3840" userDrawn="1">
          <p15:clr>
            <a:srgbClr val="F26B43"/>
          </p15:clr>
        </p15:guide>
        <p15:guide id="16" pos="960" userDrawn="1">
          <p15:clr>
            <a:srgbClr val="F26B43"/>
          </p15:clr>
        </p15:guide>
        <p15:guide id="17" orient="horz" pos="2160" userDrawn="1">
          <p15:clr>
            <a:srgbClr val="F26B43"/>
          </p15:clr>
        </p15:guide>
        <p15:guide id="18" pos="2712" userDrawn="1">
          <p15:clr>
            <a:srgbClr val="F26B43"/>
          </p15:clr>
        </p15:guide>
        <p15:guide id="19" pos="5136" userDrawn="1">
          <p15:clr>
            <a:srgbClr val="F26B43"/>
          </p15:clr>
        </p15:guide>
        <p15:guide id="20" orient="horz" pos="86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68144F-D055-13AF-0B17-6E89978EE7E1}"/>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BD68144F-D055-13AF-0B17-6E89978EE7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95300" y="661298"/>
            <a:ext cx="11201400" cy="735016"/>
          </a:xfrm>
          <a:prstGeom prst="rect">
            <a:avLst/>
          </a:prstGeom>
        </p:spPr>
        <p:txBody>
          <a:bodyPr vert="horz" lIns="0" tIns="45720" rIns="91440" bIns="45720" rtlCol="0" anchor="ctr">
            <a:noAutofit/>
          </a:bodyPr>
          <a:lstStyle/>
          <a:p>
            <a:r>
              <a:rPr lang="en-US" dirty="0"/>
              <a:t>Slide title</a:t>
            </a:r>
          </a:p>
        </p:txBody>
      </p:sp>
      <p:sp>
        <p:nvSpPr>
          <p:cNvPr id="3" name="Text Placeholder 2"/>
          <p:cNvSpPr>
            <a:spLocks noGrp="1"/>
          </p:cNvSpPr>
          <p:nvPr>
            <p:ph type="body" idx="1"/>
          </p:nvPr>
        </p:nvSpPr>
        <p:spPr>
          <a:xfrm>
            <a:off x="495300" y="1631091"/>
            <a:ext cx="11201400" cy="4668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71500" y="6538585"/>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12/4/2025</a:t>
            </a:fld>
            <a:endParaRPr lang="en-US"/>
          </a:p>
        </p:txBody>
      </p:sp>
      <p:sp>
        <p:nvSpPr>
          <p:cNvPr id="5" name="Footer Placeholder 4"/>
          <p:cNvSpPr>
            <a:spLocks noGrp="1"/>
          </p:cNvSpPr>
          <p:nvPr>
            <p:ph type="ftr" sz="quarter" idx="3"/>
          </p:nvPr>
        </p:nvSpPr>
        <p:spPr>
          <a:xfrm>
            <a:off x="3662680" y="6538585"/>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16060" y="6538585"/>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grpSp>
        <p:nvGrpSpPr>
          <p:cNvPr id="10" name="Group 9">
            <a:extLst>
              <a:ext uri="{FF2B5EF4-FFF2-40B4-BE49-F238E27FC236}">
                <a16:creationId xmlns:a16="http://schemas.microsoft.com/office/drawing/2014/main" id="{5955F9FC-9D99-13AC-DDAE-24820FEE7A26}"/>
              </a:ext>
            </a:extLst>
          </p:cNvPr>
          <p:cNvGrpSpPr/>
          <p:nvPr userDrawn="1"/>
        </p:nvGrpSpPr>
        <p:grpSpPr>
          <a:xfrm>
            <a:off x="495299" y="558920"/>
            <a:ext cx="11201401" cy="5843031"/>
            <a:chOff x="224675" y="391668"/>
            <a:chExt cx="8694900" cy="4420781"/>
          </a:xfrm>
        </p:grpSpPr>
        <p:cxnSp>
          <p:nvCxnSpPr>
            <p:cNvPr id="11" name="Google Shape;8;p1">
              <a:extLst>
                <a:ext uri="{FF2B5EF4-FFF2-40B4-BE49-F238E27FC236}">
                  <a16:creationId xmlns:a16="http://schemas.microsoft.com/office/drawing/2014/main" id="{59DC0905-A6E2-89D3-343A-460F66E70087}"/>
                </a:ext>
              </a:extLst>
            </p:cNvPr>
            <p:cNvCxnSpPr/>
            <p:nvPr/>
          </p:nvCxnSpPr>
          <p:spPr>
            <a:xfrm>
              <a:off x="224675" y="391668"/>
              <a:ext cx="8694900" cy="0"/>
            </a:xfrm>
            <a:prstGeom prst="straightConnector1">
              <a:avLst/>
            </a:prstGeom>
            <a:noFill/>
            <a:ln w="12700" cap="flat" cmpd="sng">
              <a:solidFill>
                <a:schemeClr val="tx1"/>
              </a:solidFill>
              <a:prstDash val="solid"/>
              <a:round/>
              <a:headEnd type="none" w="med" len="med"/>
              <a:tailEnd type="none" w="med" len="med"/>
            </a:ln>
          </p:spPr>
        </p:cxnSp>
        <p:cxnSp>
          <p:nvCxnSpPr>
            <p:cNvPr id="12" name="Google Shape;9;p1">
              <a:extLst>
                <a:ext uri="{FF2B5EF4-FFF2-40B4-BE49-F238E27FC236}">
                  <a16:creationId xmlns:a16="http://schemas.microsoft.com/office/drawing/2014/main" id="{415F1440-7141-1F1C-5822-5F1A336CFB19}"/>
                </a:ext>
              </a:extLst>
            </p:cNvPr>
            <p:cNvCxnSpPr/>
            <p:nvPr/>
          </p:nvCxnSpPr>
          <p:spPr>
            <a:xfrm>
              <a:off x="224675" y="4812449"/>
              <a:ext cx="8694900" cy="0"/>
            </a:xfrm>
            <a:prstGeom prst="straightConnector1">
              <a:avLst/>
            </a:prstGeom>
            <a:noFill/>
            <a:ln w="12700" cap="flat" cmpd="sng">
              <a:solidFill>
                <a:schemeClr val="tx1"/>
              </a:solidFill>
              <a:prstDash val="solid"/>
              <a:round/>
              <a:headEnd type="none" w="med" len="med"/>
              <a:tailEnd type="none" w="med" len="med"/>
            </a:ln>
          </p:spPr>
        </p:cxnSp>
      </p:grpSp>
    </p:spTree>
    <p:extLst>
      <p:ext uri="{BB962C8B-B14F-4D97-AF65-F5344CB8AC3E}">
        <p14:creationId xmlns:p14="http://schemas.microsoft.com/office/powerpoint/2010/main" val="2751617666"/>
      </p:ext>
    </p:extLst>
  </p:cSld>
  <p:clrMap bg1="lt1" tx1="dk1" bg2="lt2" tx2="dk2" accent1="accent1" accent2="accent2" accent3="accent3" accent4="accent4" accent5="accent5" accent6="accent6" hlink="hlink" folHlink="folHlink"/>
  <p:sldLayoutIdLst>
    <p:sldLayoutId id="2147483677" r:id="rId1"/>
  </p:sldLayoutIdLst>
  <p:txStyles>
    <p:titleStyle>
      <a:lvl1pPr algn="l" defTabSz="914377" rtl="0" eaLnBrk="1" latinLnBrk="0" hangingPunct="1">
        <a:lnSpc>
          <a:spcPct val="75000"/>
        </a:lnSpc>
        <a:spcBef>
          <a:spcPct val="0"/>
        </a:spcBef>
        <a:buNone/>
        <a:defRPr sz="3600" b="0" i="0" kern="1200" cap="none" spc="0" baseline="0">
          <a:solidFill>
            <a:schemeClr val="tx1"/>
          </a:solidFill>
          <a:latin typeface="Avenir Next LT Pro" panose="020B0504020202020204" pitchFamily="34" charset="77"/>
          <a:ea typeface="+mj-ea"/>
          <a:cs typeface="+mj-cs"/>
        </a:defRPr>
      </a:lvl1pPr>
    </p:titleStyle>
    <p:bodyStyle>
      <a:lvl1pPr marL="347663" indent="-3365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88" userDrawn="1">
          <p15:clr>
            <a:srgbClr val="F26B43"/>
          </p15:clr>
        </p15:guide>
        <p15:guide id="12" pos="312" userDrawn="1">
          <p15:clr>
            <a:srgbClr val="F26B43"/>
          </p15:clr>
        </p15:guide>
        <p15:guide id="13" orient="horz" pos="4032" userDrawn="1">
          <p15:clr>
            <a:srgbClr val="F26B43"/>
          </p15:clr>
        </p15:guide>
        <p15:guide id="14" pos="7368" userDrawn="1">
          <p15:clr>
            <a:srgbClr val="F26B43"/>
          </p15:clr>
        </p15:guide>
        <p15:guide id="15" pos="3840" userDrawn="1">
          <p15:clr>
            <a:srgbClr val="F26B43"/>
          </p15:clr>
        </p15:guide>
        <p15:guide id="16" pos="960" userDrawn="1">
          <p15:clr>
            <a:srgbClr val="F26B43"/>
          </p15:clr>
        </p15:guide>
        <p15:guide id="17" orient="horz" pos="2160" userDrawn="1">
          <p15:clr>
            <a:srgbClr val="F26B43"/>
          </p15:clr>
        </p15:guide>
        <p15:guide id="18" pos="2712" userDrawn="1">
          <p15:clr>
            <a:srgbClr val="F26B43"/>
          </p15:clr>
        </p15:guide>
        <p15:guide id="19" pos="5136" userDrawn="1">
          <p15:clr>
            <a:srgbClr val="F26B43"/>
          </p15:clr>
        </p15:guide>
        <p15:guide id="20" orient="horz" pos="86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68144F-D055-13AF-0B17-6E89978EE7E1}"/>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BD68144F-D055-13AF-0B17-6E89978EE7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95300" y="661298"/>
            <a:ext cx="11201400" cy="735016"/>
          </a:xfrm>
          <a:prstGeom prst="rect">
            <a:avLst/>
          </a:prstGeom>
        </p:spPr>
        <p:txBody>
          <a:bodyPr vert="horz" lIns="0" tIns="45720" rIns="91440" bIns="45720" rtlCol="0" anchor="ctr">
            <a:noAutofit/>
          </a:bodyPr>
          <a:lstStyle/>
          <a:p>
            <a:r>
              <a:rPr lang="en-US" dirty="0"/>
              <a:t>Slide title</a:t>
            </a:r>
          </a:p>
        </p:txBody>
      </p:sp>
      <p:sp>
        <p:nvSpPr>
          <p:cNvPr id="3" name="Text Placeholder 2"/>
          <p:cNvSpPr>
            <a:spLocks noGrp="1"/>
          </p:cNvSpPr>
          <p:nvPr>
            <p:ph type="body" idx="1"/>
          </p:nvPr>
        </p:nvSpPr>
        <p:spPr>
          <a:xfrm>
            <a:off x="495300" y="1631091"/>
            <a:ext cx="11201400" cy="4668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71500" y="6538585"/>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12/4/2025</a:t>
            </a:fld>
            <a:endParaRPr lang="en-US"/>
          </a:p>
        </p:txBody>
      </p:sp>
      <p:sp>
        <p:nvSpPr>
          <p:cNvPr id="5" name="Footer Placeholder 4"/>
          <p:cNvSpPr>
            <a:spLocks noGrp="1"/>
          </p:cNvSpPr>
          <p:nvPr>
            <p:ph type="ftr" sz="quarter" idx="3"/>
          </p:nvPr>
        </p:nvSpPr>
        <p:spPr>
          <a:xfrm>
            <a:off x="3662680" y="6538585"/>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16060" y="6538585"/>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grpSp>
        <p:nvGrpSpPr>
          <p:cNvPr id="10" name="Group 9">
            <a:extLst>
              <a:ext uri="{FF2B5EF4-FFF2-40B4-BE49-F238E27FC236}">
                <a16:creationId xmlns:a16="http://schemas.microsoft.com/office/drawing/2014/main" id="{5955F9FC-9D99-13AC-DDAE-24820FEE7A26}"/>
              </a:ext>
            </a:extLst>
          </p:cNvPr>
          <p:cNvGrpSpPr/>
          <p:nvPr userDrawn="1"/>
        </p:nvGrpSpPr>
        <p:grpSpPr>
          <a:xfrm>
            <a:off x="495299" y="558920"/>
            <a:ext cx="11201401" cy="5843031"/>
            <a:chOff x="224675" y="391668"/>
            <a:chExt cx="8694900" cy="4420781"/>
          </a:xfrm>
        </p:grpSpPr>
        <p:cxnSp>
          <p:nvCxnSpPr>
            <p:cNvPr id="11" name="Google Shape;8;p1">
              <a:extLst>
                <a:ext uri="{FF2B5EF4-FFF2-40B4-BE49-F238E27FC236}">
                  <a16:creationId xmlns:a16="http://schemas.microsoft.com/office/drawing/2014/main" id="{59DC0905-A6E2-89D3-343A-460F66E70087}"/>
                </a:ext>
              </a:extLst>
            </p:cNvPr>
            <p:cNvCxnSpPr/>
            <p:nvPr/>
          </p:nvCxnSpPr>
          <p:spPr>
            <a:xfrm>
              <a:off x="224675" y="391668"/>
              <a:ext cx="8694900" cy="0"/>
            </a:xfrm>
            <a:prstGeom prst="straightConnector1">
              <a:avLst/>
            </a:prstGeom>
            <a:noFill/>
            <a:ln w="12700" cap="flat" cmpd="sng">
              <a:solidFill>
                <a:schemeClr val="tx1"/>
              </a:solidFill>
              <a:prstDash val="solid"/>
              <a:round/>
              <a:headEnd type="none" w="med" len="med"/>
              <a:tailEnd type="none" w="med" len="med"/>
            </a:ln>
          </p:spPr>
        </p:cxnSp>
        <p:cxnSp>
          <p:nvCxnSpPr>
            <p:cNvPr id="12" name="Google Shape;9;p1">
              <a:extLst>
                <a:ext uri="{FF2B5EF4-FFF2-40B4-BE49-F238E27FC236}">
                  <a16:creationId xmlns:a16="http://schemas.microsoft.com/office/drawing/2014/main" id="{415F1440-7141-1F1C-5822-5F1A336CFB19}"/>
                </a:ext>
              </a:extLst>
            </p:cNvPr>
            <p:cNvCxnSpPr/>
            <p:nvPr/>
          </p:nvCxnSpPr>
          <p:spPr>
            <a:xfrm>
              <a:off x="224675" y="4812449"/>
              <a:ext cx="8694900" cy="0"/>
            </a:xfrm>
            <a:prstGeom prst="straightConnector1">
              <a:avLst/>
            </a:prstGeom>
            <a:noFill/>
            <a:ln w="12700" cap="flat" cmpd="sng">
              <a:solidFill>
                <a:schemeClr val="tx1"/>
              </a:solidFill>
              <a:prstDash val="solid"/>
              <a:round/>
              <a:headEnd type="none" w="med" len="med"/>
              <a:tailEnd type="none" w="med" len="med"/>
            </a:ln>
          </p:spPr>
        </p:cxnSp>
      </p:grpSp>
    </p:spTree>
    <p:extLst>
      <p:ext uri="{BB962C8B-B14F-4D97-AF65-F5344CB8AC3E}">
        <p14:creationId xmlns:p14="http://schemas.microsoft.com/office/powerpoint/2010/main" val="2751617666"/>
      </p:ext>
    </p:extLst>
  </p:cSld>
  <p:clrMap bg1="lt1" tx1="dk1" bg2="lt2" tx2="dk2" accent1="accent1" accent2="accent2" accent3="accent3" accent4="accent4" accent5="accent5" accent6="accent6" hlink="hlink" folHlink="folHlink"/>
  <p:sldLayoutIdLst>
    <p:sldLayoutId id="2147483678" r:id="rId1"/>
  </p:sldLayoutIdLst>
  <p:txStyles>
    <p:titleStyle>
      <a:lvl1pPr algn="l" defTabSz="914377" rtl="0" eaLnBrk="1" latinLnBrk="0" hangingPunct="1">
        <a:lnSpc>
          <a:spcPct val="75000"/>
        </a:lnSpc>
        <a:spcBef>
          <a:spcPct val="0"/>
        </a:spcBef>
        <a:buNone/>
        <a:defRPr sz="3600" b="0" i="0" kern="1200" cap="none" spc="0" baseline="0">
          <a:solidFill>
            <a:schemeClr val="tx1"/>
          </a:solidFill>
          <a:latin typeface="Avenir Next LT Pro" panose="020B0504020202020204" pitchFamily="34" charset="77"/>
          <a:ea typeface="+mj-ea"/>
          <a:cs typeface="+mj-cs"/>
        </a:defRPr>
      </a:lvl1pPr>
    </p:titleStyle>
    <p:bodyStyle>
      <a:lvl1pPr marL="347663" indent="-3365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88" userDrawn="1">
          <p15:clr>
            <a:srgbClr val="F26B43"/>
          </p15:clr>
        </p15:guide>
        <p15:guide id="12" pos="312" userDrawn="1">
          <p15:clr>
            <a:srgbClr val="F26B43"/>
          </p15:clr>
        </p15:guide>
        <p15:guide id="13" orient="horz" pos="4032" userDrawn="1">
          <p15:clr>
            <a:srgbClr val="F26B43"/>
          </p15:clr>
        </p15:guide>
        <p15:guide id="14" pos="7368" userDrawn="1">
          <p15:clr>
            <a:srgbClr val="F26B43"/>
          </p15:clr>
        </p15:guide>
        <p15:guide id="15" pos="3840" userDrawn="1">
          <p15:clr>
            <a:srgbClr val="F26B43"/>
          </p15:clr>
        </p15:guide>
        <p15:guide id="16" pos="960" userDrawn="1">
          <p15:clr>
            <a:srgbClr val="F26B43"/>
          </p15:clr>
        </p15:guide>
        <p15:guide id="17" orient="horz" pos="2160" userDrawn="1">
          <p15:clr>
            <a:srgbClr val="F26B43"/>
          </p15:clr>
        </p15:guide>
        <p15:guide id="18" pos="2712" userDrawn="1">
          <p15:clr>
            <a:srgbClr val="F26B43"/>
          </p15:clr>
        </p15:guide>
        <p15:guide id="19" pos="5136" userDrawn="1">
          <p15:clr>
            <a:srgbClr val="F26B43"/>
          </p15:clr>
        </p15:guide>
        <p15:guide id="20" orient="horz" pos="864"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68144F-D055-13AF-0B17-6E89978EE7E1}"/>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BD68144F-D055-13AF-0B17-6E89978EE7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95300" y="661298"/>
            <a:ext cx="11201400" cy="735016"/>
          </a:xfrm>
          <a:prstGeom prst="rect">
            <a:avLst/>
          </a:prstGeom>
        </p:spPr>
        <p:txBody>
          <a:bodyPr vert="horz" lIns="0" tIns="45720" rIns="91440" bIns="45720" rtlCol="0" anchor="ctr">
            <a:noAutofit/>
          </a:bodyPr>
          <a:lstStyle/>
          <a:p>
            <a:r>
              <a:rPr lang="en-US" dirty="0"/>
              <a:t>Slide title</a:t>
            </a:r>
          </a:p>
        </p:txBody>
      </p:sp>
      <p:sp>
        <p:nvSpPr>
          <p:cNvPr id="3" name="Text Placeholder 2"/>
          <p:cNvSpPr>
            <a:spLocks noGrp="1"/>
          </p:cNvSpPr>
          <p:nvPr>
            <p:ph type="body" idx="1"/>
          </p:nvPr>
        </p:nvSpPr>
        <p:spPr>
          <a:xfrm>
            <a:off x="495300" y="1631091"/>
            <a:ext cx="11201400" cy="4668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71500" y="6538585"/>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12/4/2025</a:t>
            </a:fld>
            <a:endParaRPr lang="en-US"/>
          </a:p>
        </p:txBody>
      </p:sp>
      <p:sp>
        <p:nvSpPr>
          <p:cNvPr id="5" name="Footer Placeholder 4"/>
          <p:cNvSpPr>
            <a:spLocks noGrp="1"/>
          </p:cNvSpPr>
          <p:nvPr>
            <p:ph type="ftr" sz="quarter" idx="3"/>
          </p:nvPr>
        </p:nvSpPr>
        <p:spPr>
          <a:xfrm>
            <a:off x="3662680" y="6538585"/>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16060" y="6538585"/>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grpSp>
        <p:nvGrpSpPr>
          <p:cNvPr id="10" name="Group 9">
            <a:extLst>
              <a:ext uri="{FF2B5EF4-FFF2-40B4-BE49-F238E27FC236}">
                <a16:creationId xmlns:a16="http://schemas.microsoft.com/office/drawing/2014/main" id="{5955F9FC-9D99-13AC-DDAE-24820FEE7A26}"/>
              </a:ext>
            </a:extLst>
          </p:cNvPr>
          <p:cNvGrpSpPr/>
          <p:nvPr userDrawn="1"/>
        </p:nvGrpSpPr>
        <p:grpSpPr>
          <a:xfrm>
            <a:off x="495299" y="558920"/>
            <a:ext cx="11201401" cy="5843031"/>
            <a:chOff x="224675" y="391668"/>
            <a:chExt cx="8694900" cy="4420781"/>
          </a:xfrm>
        </p:grpSpPr>
        <p:cxnSp>
          <p:nvCxnSpPr>
            <p:cNvPr id="11" name="Google Shape;8;p1">
              <a:extLst>
                <a:ext uri="{FF2B5EF4-FFF2-40B4-BE49-F238E27FC236}">
                  <a16:creationId xmlns:a16="http://schemas.microsoft.com/office/drawing/2014/main" id="{59DC0905-A6E2-89D3-343A-460F66E70087}"/>
                </a:ext>
              </a:extLst>
            </p:cNvPr>
            <p:cNvCxnSpPr/>
            <p:nvPr/>
          </p:nvCxnSpPr>
          <p:spPr>
            <a:xfrm>
              <a:off x="224675" y="391668"/>
              <a:ext cx="8694900" cy="0"/>
            </a:xfrm>
            <a:prstGeom prst="straightConnector1">
              <a:avLst/>
            </a:prstGeom>
            <a:noFill/>
            <a:ln w="12700" cap="flat" cmpd="sng">
              <a:solidFill>
                <a:schemeClr val="tx1"/>
              </a:solidFill>
              <a:prstDash val="solid"/>
              <a:round/>
              <a:headEnd type="none" w="med" len="med"/>
              <a:tailEnd type="none" w="med" len="med"/>
            </a:ln>
          </p:spPr>
        </p:cxnSp>
        <p:cxnSp>
          <p:nvCxnSpPr>
            <p:cNvPr id="12" name="Google Shape;9;p1">
              <a:extLst>
                <a:ext uri="{FF2B5EF4-FFF2-40B4-BE49-F238E27FC236}">
                  <a16:creationId xmlns:a16="http://schemas.microsoft.com/office/drawing/2014/main" id="{415F1440-7141-1F1C-5822-5F1A336CFB19}"/>
                </a:ext>
              </a:extLst>
            </p:cNvPr>
            <p:cNvCxnSpPr/>
            <p:nvPr/>
          </p:nvCxnSpPr>
          <p:spPr>
            <a:xfrm>
              <a:off x="224675" y="4812449"/>
              <a:ext cx="8694900" cy="0"/>
            </a:xfrm>
            <a:prstGeom prst="straightConnector1">
              <a:avLst/>
            </a:prstGeom>
            <a:noFill/>
            <a:ln w="12700" cap="flat" cmpd="sng">
              <a:solidFill>
                <a:schemeClr val="tx1"/>
              </a:solidFill>
              <a:prstDash val="solid"/>
              <a:round/>
              <a:headEnd type="none" w="med" len="med"/>
              <a:tailEnd type="none" w="med" len="med"/>
            </a:ln>
          </p:spPr>
        </p:cxnSp>
      </p:grpSp>
    </p:spTree>
    <p:extLst>
      <p:ext uri="{BB962C8B-B14F-4D97-AF65-F5344CB8AC3E}">
        <p14:creationId xmlns:p14="http://schemas.microsoft.com/office/powerpoint/2010/main" val="2751617666"/>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377" rtl="0" eaLnBrk="1" latinLnBrk="0" hangingPunct="1">
        <a:lnSpc>
          <a:spcPct val="75000"/>
        </a:lnSpc>
        <a:spcBef>
          <a:spcPct val="0"/>
        </a:spcBef>
        <a:buNone/>
        <a:defRPr sz="3600" b="0" i="0" kern="1200" cap="none" spc="0" baseline="0">
          <a:solidFill>
            <a:schemeClr val="tx1"/>
          </a:solidFill>
          <a:latin typeface="Avenir Next LT Pro" panose="020B0504020202020204" pitchFamily="34" charset="77"/>
          <a:ea typeface="+mj-ea"/>
          <a:cs typeface="+mj-cs"/>
        </a:defRPr>
      </a:lvl1pPr>
    </p:titleStyle>
    <p:bodyStyle>
      <a:lvl1pPr marL="347663" indent="-3365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latinLnBrk="0" hangingPunct="1">
        <a:lnSpc>
          <a:spcPct val="110000"/>
        </a:lnSpc>
        <a:spcBef>
          <a:spcPts val="1200"/>
        </a:spcBef>
        <a:buSzPct val="10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88" userDrawn="1">
          <p15:clr>
            <a:srgbClr val="F26B43"/>
          </p15:clr>
        </p15:guide>
        <p15:guide id="12" pos="312" userDrawn="1">
          <p15:clr>
            <a:srgbClr val="F26B43"/>
          </p15:clr>
        </p15:guide>
        <p15:guide id="13" orient="horz" pos="4032" userDrawn="1">
          <p15:clr>
            <a:srgbClr val="F26B43"/>
          </p15:clr>
        </p15:guide>
        <p15:guide id="14" pos="7368" userDrawn="1">
          <p15:clr>
            <a:srgbClr val="F26B43"/>
          </p15:clr>
        </p15:guide>
        <p15:guide id="15" pos="3840" userDrawn="1">
          <p15:clr>
            <a:srgbClr val="F26B43"/>
          </p15:clr>
        </p15:guide>
        <p15:guide id="16" pos="960" userDrawn="1">
          <p15:clr>
            <a:srgbClr val="F26B43"/>
          </p15:clr>
        </p15:guide>
        <p15:guide id="17" orient="horz" pos="2160" userDrawn="1">
          <p15:clr>
            <a:srgbClr val="F26B43"/>
          </p15:clr>
        </p15:guide>
        <p15:guide id="18" pos="2712" userDrawn="1">
          <p15:clr>
            <a:srgbClr val="F26B43"/>
          </p15:clr>
        </p15:guide>
        <p15:guide id="19" pos="5136" userDrawn="1">
          <p15:clr>
            <a:srgbClr val="F26B43"/>
          </p15:clr>
        </p15:guide>
        <p15:guide id="20" orient="horz" pos="86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slideLayout" Target="../slideLayouts/slideLayout1.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10" Type="http://schemas.openxmlformats.org/officeDocument/2006/relationships/slideLayout" Target="../slideLayouts/slideLayout2.xml"/><Relationship Id="rId4" Type="http://schemas.openxmlformats.org/officeDocument/2006/relationships/tags" Target="../tags/tag19.xml"/><Relationship Id="rId9" Type="http://schemas.openxmlformats.org/officeDocument/2006/relationships/tags" Target="../tags/tag24.xml"/></Relationships>
</file>

<file path=ppt/slides/_rels/slide3.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3.jp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2.jpg"/><Relationship Id="rId5" Type="http://schemas.openxmlformats.org/officeDocument/2006/relationships/tags" Target="../tags/tag29.xml"/><Relationship Id="rId10" Type="http://schemas.openxmlformats.org/officeDocument/2006/relationships/slideLayout" Target="../slideLayouts/slideLayout3.xml"/><Relationship Id="rId4" Type="http://schemas.openxmlformats.org/officeDocument/2006/relationships/tags" Target="../tags/tag28.xml"/><Relationship Id="rId9" Type="http://schemas.openxmlformats.org/officeDocument/2006/relationships/tags" Target="../tags/tag33.xml"/></Relationships>
</file>

<file path=ppt/slides/_rels/slide4.xml.rels><?xml version="1.0" encoding="UTF-8" standalone="yes"?>
<Relationships xmlns="http://schemas.openxmlformats.org/package/2006/relationships"><Relationship Id="rId8" Type="http://schemas.openxmlformats.org/officeDocument/2006/relationships/tags" Target="../tags/tag41.xml"/><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5.jp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4.jpg"/><Relationship Id="rId5" Type="http://schemas.openxmlformats.org/officeDocument/2006/relationships/tags" Target="../tags/tag38.xml"/><Relationship Id="rId10" Type="http://schemas.openxmlformats.org/officeDocument/2006/relationships/slideLayout" Target="../slideLayouts/slideLayout4.xml"/><Relationship Id="rId4" Type="http://schemas.openxmlformats.org/officeDocument/2006/relationships/tags" Target="../tags/tag37.xml"/><Relationship Id="rId9" Type="http://schemas.openxmlformats.org/officeDocument/2006/relationships/tags" Target="../tags/tag42.xml"/></Relationships>
</file>

<file path=ppt/slides/_rels/slide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slideLayout" Target="../slideLayouts/slideLayout5.xml"/><Relationship Id="rId18" Type="http://schemas.openxmlformats.org/officeDocument/2006/relationships/image" Target="../media/image10.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image" Target="../media/image9.svg"/><Relationship Id="rId2" Type="http://schemas.openxmlformats.org/officeDocument/2006/relationships/tags" Target="../tags/tag44.xml"/><Relationship Id="rId16" Type="http://schemas.openxmlformats.org/officeDocument/2006/relationships/image" Target="../media/image8.png"/><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svg"/><Relationship Id="rId10" Type="http://schemas.openxmlformats.org/officeDocument/2006/relationships/tags" Target="../tags/tag52.xml"/><Relationship Id="rId19" Type="http://schemas.openxmlformats.org/officeDocument/2006/relationships/image" Target="../media/image11.svg"/><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image" Target="../media/image13.jp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media/image12.jpg"/><Relationship Id="rId5" Type="http://schemas.openxmlformats.org/officeDocument/2006/relationships/tags" Target="../tags/tag59.xml"/><Relationship Id="rId10" Type="http://schemas.openxmlformats.org/officeDocument/2006/relationships/slideLayout" Target="../slideLayouts/slideLayout6.xml"/><Relationship Id="rId4" Type="http://schemas.openxmlformats.org/officeDocument/2006/relationships/tags" Target="../tags/tag58.xml"/><Relationship Id="rId9" Type="http://schemas.openxmlformats.org/officeDocument/2006/relationships/tags" Target="../tags/tag63.xml"/></Relationships>
</file>

<file path=ppt/slides/_rels/slide7.xml.rels><?xml version="1.0" encoding="UTF-8" standalone="yes"?>
<Relationships xmlns="http://schemas.openxmlformats.org/package/2006/relationships"><Relationship Id="rId8" Type="http://schemas.openxmlformats.org/officeDocument/2006/relationships/tags" Target="../tags/tag71.xml"/><Relationship Id="rId3" Type="http://schemas.openxmlformats.org/officeDocument/2006/relationships/tags" Target="../tags/tag66.xml"/><Relationship Id="rId7" Type="http://schemas.openxmlformats.org/officeDocument/2006/relationships/tags" Target="../tags/tag70.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5" Type="http://schemas.openxmlformats.org/officeDocument/2006/relationships/tags" Target="../tags/tag68.xml"/><Relationship Id="rId10" Type="http://schemas.openxmlformats.org/officeDocument/2006/relationships/slideLayout" Target="../slideLayouts/slideLayout7.xml"/><Relationship Id="rId4" Type="http://schemas.openxmlformats.org/officeDocument/2006/relationships/tags" Target="../tags/tag67.xml"/><Relationship Id="rId9" Type="http://schemas.openxmlformats.org/officeDocument/2006/relationships/tags" Target="../tags/tag72.xml"/></Relationships>
</file>

<file path=ppt/slides/_rels/slide8.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15.jpe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14.jpg"/><Relationship Id="rId5" Type="http://schemas.openxmlformats.org/officeDocument/2006/relationships/tags" Target="../tags/tag77.xml"/><Relationship Id="rId10" Type="http://schemas.openxmlformats.org/officeDocument/2006/relationships/slideLayout" Target="../slideLayouts/slideLayout8.xml"/><Relationship Id="rId4" Type="http://schemas.openxmlformats.org/officeDocument/2006/relationships/tags" Target="../tags/tag76.xml"/><Relationship Id="rId9" Type="http://schemas.openxmlformats.org/officeDocument/2006/relationships/tags" Target="../tags/tag81.xml"/></Relationships>
</file>

<file path=ppt/slides/_rels/slide9.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slideLayout" Target="../slideLayouts/slideLayout9.xml"/><Relationship Id="rId18" Type="http://schemas.openxmlformats.org/officeDocument/2006/relationships/image" Target="../media/image20.png"/><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tags" Target="../tags/tag93.xml"/><Relationship Id="rId17" Type="http://schemas.openxmlformats.org/officeDocument/2006/relationships/image" Target="../media/image19.svg"/><Relationship Id="rId2" Type="http://schemas.openxmlformats.org/officeDocument/2006/relationships/tags" Target="../tags/tag83.xml"/><Relationship Id="rId16" Type="http://schemas.openxmlformats.org/officeDocument/2006/relationships/image" Target="../media/image18.png"/><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5" Type="http://schemas.openxmlformats.org/officeDocument/2006/relationships/image" Target="../media/image17.svg"/><Relationship Id="rId10" Type="http://schemas.openxmlformats.org/officeDocument/2006/relationships/tags" Target="../tags/tag91.xml"/><Relationship Id="rId19" Type="http://schemas.openxmlformats.org/officeDocument/2006/relationships/image" Target="../media/image21.svg"/><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5" Type="http://schemas.openxmlformats.org/officeDocument/2006/relationships/slideLayout" Target="../slideLayouts/slideLayout10.xml"/><Relationship Id="rId4" Type="http://schemas.openxmlformats.org/officeDocument/2006/relationships/tags" Target="../tags/tag9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FF481B8-782A-C95D-05FC-FC3BEEDB6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6CFBB-CBBA-A9D7-8E41-3766C2159C35}"/>
              </a:ext>
            </a:extLst>
          </p:cNvPr>
          <p:cNvSpPr>
            <a:spLocks noGrp="1"/>
          </p:cNvSpPr>
          <p:nvPr>
            <p:ph type="ctrTitle"/>
            <p:custDataLst>
              <p:tags r:id="rId2"/>
            </p:custDataLst>
          </p:nvPr>
        </p:nvSpPr>
        <p:spPr>
          <a:xfrm>
            <a:off x="508001" y="1914525"/>
            <a:ext cx="7721599" cy="4560416"/>
          </a:xfrm>
        </p:spPr>
        <p:txBody>
          <a:bodyPr lIns="0">
            <a:normAutofit/>
          </a:bodyPr>
          <a:lstStyle/>
          <a:p>
            <a:pPr>
              <a:lnSpc>
                <a:spcPct val="75000"/>
              </a:lnSpc>
            </a:pPr>
            <a:r>
              <a:rPr lang="en-US" sz="7800" b="1" kern="0" noProof="1">
                <a:latin typeface="Avenir Next LT Pro Demi" panose="020B0504020202020204" pitchFamily="34" charset="77"/>
              </a:rPr>
              <a:t>Jurnal de Călătorie în Letonia</a:t>
            </a:r>
          </a:p>
        </p:txBody>
      </p:sp>
      <p:sp>
        <p:nvSpPr>
          <p:cNvPr id="3" name="Subtitle 2">
            <a:extLst>
              <a:ext uri="{FF2B5EF4-FFF2-40B4-BE49-F238E27FC236}">
                <a16:creationId xmlns:a16="http://schemas.microsoft.com/office/drawing/2014/main" id="{39B9F716-EE24-FEE6-7752-AE070CCD9C20}"/>
              </a:ext>
            </a:extLst>
          </p:cNvPr>
          <p:cNvSpPr>
            <a:spLocks noGrp="1"/>
          </p:cNvSpPr>
          <p:nvPr>
            <p:ph type="subTitle" idx="1"/>
            <p:custDataLst>
              <p:tags r:id="rId3"/>
            </p:custDataLst>
          </p:nvPr>
        </p:nvSpPr>
        <p:spPr>
          <a:xfrm>
            <a:off x="508001" y="140806"/>
            <a:ext cx="2353800" cy="482600"/>
          </a:xfrm>
          <a:noFill/>
        </p:spPr>
        <p:txBody>
          <a:bodyPr vert="horz" wrap="square" lIns="0" tIns="45720" rIns="91440" bIns="45720" rtlCol="0" anchor="ctr">
            <a:normAutofit/>
          </a:bodyPr>
          <a:lstStyle/>
          <a:p>
            <a:pPr>
              <a:lnSpc>
                <a:spcPct val="100000"/>
              </a:lnSpc>
            </a:pPr>
            <a:r>
              <a:rPr lang="en-US" sz="1800" noProof="1">
                <a:latin typeface="Bell MT" panose="02020503060305020303" pitchFamily="18" charset="77"/>
                <a:ea typeface="Noto Sans" panose="020B0502040504020204" pitchFamily="34" charset="0"/>
                <a:cs typeface="Noto Sans" panose="020B0502040504020204" pitchFamily="34" charset="0"/>
              </a:rPr>
              <a:t>December 4, 2025</a:t>
            </a:r>
          </a:p>
        </p:txBody>
      </p:sp>
      <p:sp>
        <p:nvSpPr>
          <p:cNvPr id="4" name="Rounded Rectangle 3">
            <a:extLst>
              <a:ext uri="{FF2B5EF4-FFF2-40B4-BE49-F238E27FC236}">
                <a16:creationId xmlns:a16="http://schemas.microsoft.com/office/drawing/2014/main" id="{E2F6BA43-36AA-7394-4690-EA9296542BDD}"/>
              </a:ext>
            </a:extLst>
          </p:cNvPr>
          <p:cNvSpPr/>
          <p:nvPr/>
        </p:nvSpPr>
        <p:spPr>
          <a:xfrm>
            <a:off x="8402595" y="5848349"/>
            <a:ext cx="3281404" cy="367099"/>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6" name="Rounded Rectangle 5">
            <a:extLst>
              <a:ext uri="{FF2B5EF4-FFF2-40B4-BE49-F238E27FC236}">
                <a16:creationId xmlns:a16="http://schemas.microsoft.com/office/drawing/2014/main" id="{ACCAA8E0-AFBA-516C-F9DC-42265B646DD7}"/>
              </a:ext>
            </a:extLst>
          </p:cNvPr>
          <p:cNvSpPr/>
          <p:nvPr/>
        </p:nvSpPr>
        <p:spPr>
          <a:xfrm>
            <a:off x="9503031" y="5137321"/>
            <a:ext cx="2180967" cy="642552"/>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7" name="Rounded Rectangle 6">
            <a:extLst>
              <a:ext uri="{FF2B5EF4-FFF2-40B4-BE49-F238E27FC236}">
                <a16:creationId xmlns:a16="http://schemas.microsoft.com/office/drawing/2014/main" id="{EE6ABEA9-9E48-6098-D520-0CB6BA57BF15}"/>
              </a:ext>
            </a:extLst>
          </p:cNvPr>
          <p:cNvSpPr/>
          <p:nvPr/>
        </p:nvSpPr>
        <p:spPr>
          <a:xfrm>
            <a:off x="8764029" y="4426293"/>
            <a:ext cx="1198606" cy="642552"/>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8" name="Rounded Rectangle 7">
            <a:extLst>
              <a:ext uri="{FF2B5EF4-FFF2-40B4-BE49-F238E27FC236}">
                <a16:creationId xmlns:a16="http://schemas.microsoft.com/office/drawing/2014/main" id="{AD770169-D3BE-A3C4-3728-2430C2AAC760}"/>
              </a:ext>
            </a:extLst>
          </p:cNvPr>
          <p:cNvSpPr/>
          <p:nvPr/>
        </p:nvSpPr>
        <p:spPr>
          <a:xfrm>
            <a:off x="8678904" y="5137321"/>
            <a:ext cx="679623" cy="642552"/>
          </a:xfrm>
          <a:prstGeom prst="roundRect">
            <a:avLst>
              <a:gd name="adj" fmla="val 50000"/>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5" name="Title 1">
            <a:extLst>
              <a:ext uri="{FF2B5EF4-FFF2-40B4-BE49-F238E27FC236}">
                <a16:creationId xmlns:a16="http://schemas.microsoft.com/office/drawing/2014/main" id="{328D65B2-4DCA-EEBB-D245-1C34989253F8}"/>
              </a:ext>
            </a:extLst>
          </p:cNvPr>
          <p:cNvSpPr txBox="1">
            <a:spLocks/>
          </p:cNvSpPr>
          <p:nvPr>
            <p:custDataLst>
              <p:tags r:id="rId4"/>
            </p:custDataLst>
          </p:nvPr>
        </p:nvSpPr>
        <p:spPr>
          <a:xfrm>
            <a:off x="8534400" y="5572898"/>
            <a:ext cx="3149597" cy="642552"/>
          </a:xfrm>
          <a:prstGeom prst="rect">
            <a:avLst/>
          </a:prstGeom>
        </p:spPr>
        <p:txBody>
          <a:bodyPr vert="horz" lIns="0" tIns="45720" rIns="91440" bIns="45720" rtlCol="0" anchor="b">
            <a:normAutofit/>
          </a:bodyPr>
          <a:lstStyle>
            <a:lvl1pPr algn="l" defTabSz="914377" rtl="0" eaLnBrk="1" latinLnBrk="0" hangingPunct="1">
              <a:lnSpc>
                <a:spcPct val="75000"/>
              </a:lnSpc>
              <a:spcBef>
                <a:spcPct val="0"/>
              </a:spcBef>
              <a:buNone/>
              <a:defRPr sz="6000" b="0" i="0" kern="1200" cap="none" spc="0" baseline="0">
                <a:solidFill>
                  <a:schemeClr val="tx1"/>
                </a:solidFill>
                <a:latin typeface="Avenir Next LT Pro" panose="020B0504020202020204" pitchFamily="34" charset="77"/>
                <a:ea typeface="+mj-ea"/>
                <a:cs typeface="+mj-cs"/>
              </a:defRPr>
            </a:lvl1pPr>
          </a:lstStyle>
          <a:p>
            <a:r>
              <a:rPr lang="en-US" sz="2000" b="1" kern="0" noProof="1">
                <a:latin typeface="Avenir Next LT Pro Demi" panose="020B0504020202020204" pitchFamily="34" charset="77"/>
              </a:rPr>
              <a:t>Creat de Andrei Iamandi</a:t>
            </a:r>
          </a:p>
        </p:txBody>
      </p:sp>
    </p:spTree>
    <p:custDataLst>
      <p:tags r:id="rId1"/>
    </p:custDataLst>
    <p:extLst>
      <p:ext uri="{BB962C8B-B14F-4D97-AF65-F5344CB8AC3E}">
        <p14:creationId xmlns:p14="http://schemas.microsoft.com/office/powerpoint/2010/main" val="3634035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68148D-6089-4C32-96C8-E9EC7C2F2FB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EE879D8-2215-2F6F-C521-2F8C9F63F6A3}"/>
              </a:ext>
            </a:extLst>
          </p:cNvPr>
          <p:cNvSpPr>
            <a:spLocks noGrp="1"/>
          </p:cNvSpPr>
          <p:nvPr>
            <p:ph type="title"/>
            <p:custDataLst>
              <p:tags r:id="rId2"/>
            </p:custDataLst>
          </p:nvPr>
        </p:nvSpPr>
        <p:spPr>
          <a:xfrm>
            <a:off x="495300" y="661987"/>
            <a:ext cx="11201400" cy="736600"/>
          </a:xfrm>
        </p:spPr>
        <p:txBody>
          <a:bodyPr>
            <a:normAutofit/>
          </a:bodyPr>
          <a:lstStyle/>
          <a:p>
            <a:r>
              <a:rPr lang="en-US" noProof="1"/>
              <a:t>Introducere despre Letonia</a:t>
            </a:r>
          </a:p>
        </p:txBody>
      </p:sp>
      <p:sp>
        <p:nvSpPr>
          <p:cNvPr id="10" name="Content Placeholder 9">
            <a:extLst>
              <a:ext uri="{FF2B5EF4-FFF2-40B4-BE49-F238E27FC236}">
                <a16:creationId xmlns:a16="http://schemas.microsoft.com/office/drawing/2014/main" id="{1AF61569-7436-8662-46E9-420FF618BBF2}"/>
              </a:ext>
            </a:extLst>
          </p:cNvPr>
          <p:cNvSpPr>
            <a:spLocks noGrp="1"/>
          </p:cNvSpPr>
          <p:nvPr>
            <p:ph sz="half" idx="1"/>
            <p:custDataLst>
              <p:tags r:id="rId3"/>
            </p:custDataLst>
          </p:nvPr>
        </p:nvSpPr>
        <p:spPr>
          <a:xfrm>
            <a:off x="495300" y="2809461"/>
            <a:ext cx="3565525" cy="3353214"/>
          </a:xfrm>
        </p:spPr>
        <p:txBody>
          <a:bodyPr lIns="0">
            <a:normAutofit/>
          </a:bodyPr>
          <a:lstStyle/>
          <a:p>
            <a:pPr marL="11113" indent="0">
              <a:lnSpc>
                <a:spcPct val="114000"/>
              </a:lnSpc>
              <a:buNone/>
            </a:pPr>
            <a:r>
              <a:rPr lang="en-US" noProof="1"/>
              <a:t>Letonia se află în Europa de Nord, pe țărmul Mării Baltice, între Estonia la nord și Lituania la sud. Capitala țării este Riga, un oraș vechi cu arhitectură medievală și Art Nouveau.</a:t>
            </a:r>
          </a:p>
        </p:txBody>
      </p:sp>
      <p:sp>
        <p:nvSpPr>
          <p:cNvPr id="11" name="Content Placeholder 10">
            <a:extLst>
              <a:ext uri="{FF2B5EF4-FFF2-40B4-BE49-F238E27FC236}">
                <a16:creationId xmlns:a16="http://schemas.microsoft.com/office/drawing/2014/main" id="{6489CC4F-E192-D06D-540D-F0521C5313A2}"/>
              </a:ext>
            </a:extLst>
          </p:cNvPr>
          <p:cNvSpPr>
            <a:spLocks noGrp="1"/>
          </p:cNvSpPr>
          <p:nvPr>
            <p:ph sz="half" idx="2"/>
            <p:custDataLst>
              <p:tags r:id="rId4"/>
            </p:custDataLst>
          </p:nvPr>
        </p:nvSpPr>
        <p:spPr>
          <a:xfrm>
            <a:off x="4324350" y="2818986"/>
            <a:ext cx="3565525" cy="3353214"/>
          </a:xfrm>
        </p:spPr>
        <p:txBody>
          <a:bodyPr lIns="0">
            <a:normAutofit/>
          </a:bodyPr>
          <a:lstStyle/>
          <a:p>
            <a:pPr marL="11113" indent="0">
              <a:lnSpc>
                <a:spcPct val="114000"/>
              </a:lnSpc>
              <a:buNone/>
            </a:pPr>
            <a:r>
              <a:rPr lang="en-US" noProof="1"/>
              <a:t>Am ales Letonia pentru frumusețea sa naturală, istoria fascinantă și pentru a descoperi o cultură bogată și tradiții autentice. Este o destinație perfectă pentru explorare și învățare.</a:t>
            </a:r>
          </a:p>
        </p:txBody>
      </p:sp>
      <p:sp>
        <p:nvSpPr>
          <p:cNvPr id="12" name="Content Placeholder 11">
            <a:extLst>
              <a:ext uri="{FF2B5EF4-FFF2-40B4-BE49-F238E27FC236}">
                <a16:creationId xmlns:a16="http://schemas.microsoft.com/office/drawing/2014/main" id="{06973FFF-58D9-DDF2-0BB9-55BCAB4E4732}"/>
              </a:ext>
            </a:extLst>
          </p:cNvPr>
          <p:cNvSpPr>
            <a:spLocks noGrp="1"/>
          </p:cNvSpPr>
          <p:nvPr>
            <p:ph sz="half" idx="13"/>
            <p:custDataLst>
              <p:tags r:id="rId5"/>
            </p:custDataLst>
          </p:nvPr>
        </p:nvSpPr>
        <p:spPr>
          <a:xfrm>
            <a:off x="8153400" y="2818986"/>
            <a:ext cx="3565525" cy="3353214"/>
          </a:xfrm>
        </p:spPr>
        <p:txBody>
          <a:bodyPr lIns="0">
            <a:normAutofit/>
          </a:bodyPr>
          <a:lstStyle/>
          <a:p>
            <a:pPr marL="11113" indent="0">
              <a:lnSpc>
                <a:spcPct val="114000"/>
              </a:lnSpc>
              <a:buNone/>
            </a:pPr>
            <a:r>
              <a:rPr lang="en-US" noProof="1"/>
              <a:t>Letonia are aproximativ 1,9 milioane de locuitori și folosește moneda euro. Limba oficială este letona, iar clima este temperată cu veri blânde și ierni reci.</a:t>
            </a:r>
          </a:p>
        </p:txBody>
      </p:sp>
      <p:sp>
        <p:nvSpPr>
          <p:cNvPr id="13" name="Text Placeholder 12">
            <a:extLst>
              <a:ext uri="{FF2B5EF4-FFF2-40B4-BE49-F238E27FC236}">
                <a16:creationId xmlns:a16="http://schemas.microsoft.com/office/drawing/2014/main" id="{7F295328-C473-A2DE-3472-9AC04187EE69}"/>
              </a:ext>
            </a:extLst>
          </p:cNvPr>
          <p:cNvSpPr>
            <a:spLocks noGrp="1"/>
          </p:cNvSpPr>
          <p:nvPr>
            <p:ph type="body" idx="14"/>
            <p:custDataLst>
              <p:tags r:id="rId6"/>
            </p:custDataLst>
          </p:nvPr>
        </p:nvSpPr>
        <p:spPr>
          <a:xfrm>
            <a:off x="495300" y="2034121"/>
            <a:ext cx="3565525" cy="768400"/>
          </a:xfrm>
        </p:spPr>
        <p:txBody>
          <a:bodyPr vert="horz" lIns="0" tIns="45720" rIns="91440" bIns="45720" rtlCol="0" anchor="t">
            <a:noAutofit/>
          </a:bodyPr>
          <a:lstStyle/>
          <a:p>
            <a:r>
              <a:rPr lang="en-US" noProof="1"/>
              <a:t>Locația în Europa</a:t>
            </a:r>
          </a:p>
        </p:txBody>
      </p:sp>
      <p:sp>
        <p:nvSpPr>
          <p:cNvPr id="14" name="Text Placeholder 13">
            <a:extLst>
              <a:ext uri="{FF2B5EF4-FFF2-40B4-BE49-F238E27FC236}">
                <a16:creationId xmlns:a16="http://schemas.microsoft.com/office/drawing/2014/main" id="{FB700647-B23C-3984-847C-6F37DC952331}"/>
              </a:ext>
            </a:extLst>
          </p:cNvPr>
          <p:cNvSpPr>
            <a:spLocks noGrp="1"/>
          </p:cNvSpPr>
          <p:nvPr>
            <p:ph type="body" idx="15"/>
            <p:custDataLst>
              <p:tags r:id="rId7"/>
            </p:custDataLst>
          </p:nvPr>
        </p:nvSpPr>
        <p:spPr>
          <a:xfrm>
            <a:off x="4324350" y="2042699"/>
            <a:ext cx="3565525" cy="766761"/>
          </a:xfrm>
        </p:spPr>
        <p:txBody>
          <a:bodyPr vert="horz" lIns="0" tIns="45720" rIns="91440" bIns="45720" rtlCol="0" anchor="t">
            <a:noAutofit/>
          </a:bodyPr>
          <a:lstStyle/>
          <a:p>
            <a:r>
              <a:rPr lang="en-US" noProof="1"/>
              <a:t>De ce am ales Letonia</a:t>
            </a:r>
          </a:p>
        </p:txBody>
      </p:sp>
      <p:sp>
        <p:nvSpPr>
          <p:cNvPr id="15" name="Text Placeholder 14">
            <a:extLst>
              <a:ext uri="{FF2B5EF4-FFF2-40B4-BE49-F238E27FC236}">
                <a16:creationId xmlns:a16="http://schemas.microsoft.com/office/drawing/2014/main" id="{FB49C606-35C2-0F03-9F03-12D48CFDDD1F}"/>
              </a:ext>
            </a:extLst>
          </p:cNvPr>
          <p:cNvSpPr>
            <a:spLocks noGrp="1"/>
          </p:cNvSpPr>
          <p:nvPr>
            <p:ph type="body" idx="16"/>
            <p:custDataLst>
              <p:tags r:id="rId8"/>
            </p:custDataLst>
          </p:nvPr>
        </p:nvSpPr>
        <p:spPr>
          <a:xfrm>
            <a:off x="8153400" y="2042699"/>
            <a:ext cx="3565525" cy="766761"/>
          </a:xfrm>
        </p:spPr>
        <p:txBody>
          <a:bodyPr vert="horz" lIns="0" tIns="45720" rIns="91440" bIns="45720" rtlCol="0" anchor="t">
            <a:noAutofit/>
          </a:bodyPr>
          <a:lstStyle/>
          <a:p>
            <a:r>
              <a:rPr lang="en-US" noProof="1"/>
              <a:t>Informații generale</a:t>
            </a:r>
          </a:p>
        </p:txBody>
      </p:sp>
      <p:sp>
        <p:nvSpPr>
          <p:cNvPr id="2" name="Text Placeholder 1">
            <a:extLst>
              <a:ext uri="{FF2B5EF4-FFF2-40B4-BE49-F238E27FC236}">
                <a16:creationId xmlns:a16="http://schemas.microsoft.com/office/drawing/2014/main" id="{F195D491-F75C-CD60-62F6-33AF93219864}"/>
              </a:ext>
            </a:extLst>
          </p:cNvPr>
          <p:cNvSpPr>
            <a:spLocks noGrp="1"/>
          </p:cNvSpPr>
          <p:nvPr>
            <p:ph type="body" sz="quarter" idx="17"/>
            <p:custDataLst>
              <p:tags r:id="rId9"/>
            </p:custDataLst>
          </p:nvPr>
        </p:nvSpPr>
        <p:spPr>
          <a:xfrm>
            <a:off x="495300" y="203200"/>
            <a:ext cx="3848100" cy="419100"/>
          </a:xfrm>
        </p:spPr>
        <p:txBody>
          <a:bodyPr>
            <a:normAutofit/>
          </a:bodyPr>
          <a:lstStyle/>
          <a:p>
            <a:r>
              <a:rPr lang="en-US" noProof="1"/>
              <a:t>Introducere</a:t>
            </a:r>
          </a:p>
        </p:txBody>
      </p:sp>
    </p:spTree>
    <p:custDataLst>
      <p:tags r:id="rId1"/>
    </p:custDataLst>
    <p:extLst>
      <p:ext uri="{BB962C8B-B14F-4D97-AF65-F5344CB8AC3E}">
        <p14:creationId xmlns:p14="http://schemas.microsoft.com/office/powerpoint/2010/main" val="4014845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CD3CA-FAD9-6501-1A0A-2CFE1CFA648A}"/>
            </a:ext>
          </a:extLst>
        </p:cNvPr>
        <p:cNvGrpSpPr/>
        <p:nvPr/>
      </p:nvGrpSpPr>
      <p:grpSpPr>
        <a:xfrm>
          <a:off x="0" y="0"/>
          <a:ext cx="0" cy="0"/>
          <a:chOff x="0" y="0"/>
          <a:chExt cx="0" cy="0"/>
        </a:xfrm>
      </p:grpSpPr>
      <p:pic>
        <p:nvPicPr>
          <p:cNvPr id="9" name="Google Shape;504;p66">
            <a:extLst>
              <a:ext uri="{FF2B5EF4-FFF2-40B4-BE49-F238E27FC236}">
                <a16:creationId xmlns:a16="http://schemas.microsoft.com/office/drawing/2014/main" id="{85440108-2306-698A-082D-00EAC3252A24}"/>
              </a:ext>
            </a:extLst>
          </p:cNvPr>
          <p:cNvPicPr preferRelativeResize="0">
            <a:picLocks/>
          </p:cNvPicPr>
          <p:nvPr>
            <p:custDataLst>
              <p:tags r:id="rId2"/>
            </p:custDataLst>
          </p:nvPr>
        </p:nvPicPr>
        <p:blipFill>
          <a:blip r:embed="rId11">
            <a:extLst>
              <a:ext uri="{28A0092B-C50C-407E-A947-70E740481C1C}">
                <a14:useLocalDpi xmlns:a14="http://schemas.microsoft.com/office/drawing/2010/main" val="0"/>
              </a:ext>
            </a:extLst>
          </a:blip>
          <a:srcRect l="12496" r="12496"/>
          <a:stretch/>
        </p:blipFill>
        <p:spPr>
          <a:xfrm>
            <a:off x="495299" y="1767808"/>
            <a:ext cx="2210569" cy="2213251"/>
          </a:xfrm>
          <a:prstGeom prst="roundRect">
            <a:avLst>
              <a:gd name="adj" fmla="val 10353"/>
            </a:avLst>
          </a:prstGeom>
          <a:ln w="12700">
            <a:solidFill>
              <a:schemeClr val="tx1"/>
            </a:solidFill>
          </a:ln>
        </p:spPr>
      </p:pic>
      <p:pic>
        <p:nvPicPr>
          <p:cNvPr id="10" name="Google Shape;505;p66">
            <a:extLst>
              <a:ext uri="{FF2B5EF4-FFF2-40B4-BE49-F238E27FC236}">
                <a16:creationId xmlns:a16="http://schemas.microsoft.com/office/drawing/2014/main" id="{085002FD-59BF-2B47-74AC-E2538EF856E8}"/>
              </a:ext>
            </a:extLst>
          </p:cNvPr>
          <p:cNvPicPr preferRelativeResize="0">
            <a:picLocks/>
          </p:cNvPicPr>
          <p:nvPr>
            <p:custDataLst>
              <p:tags r:id="rId3"/>
            </p:custDataLst>
          </p:nvPr>
        </p:nvPicPr>
        <p:blipFill>
          <a:blip r:embed="rId12">
            <a:extLst>
              <a:ext uri="{28A0092B-C50C-407E-A947-70E740481C1C}">
                <a14:useLocalDpi xmlns:a14="http://schemas.microsoft.com/office/drawing/2010/main" val="0"/>
              </a:ext>
            </a:extLst>
          </a:blip>
          <a:srcRect l="16707" r="16707"/>
          <a:stretch/>
        </p:blipFill>
        <p:spPr>
          <a:xfrm>
            <a:off x="495299" y="4093265"/>
            <a:ext cx="2210569" cy="2213251"/>
          </a:xfrm>
          <a:prstGeom prst="roundRect">
            <a:avLst>
              <a:gd name="adj" fmla="val 10353"/>
            </a:avLst>
          </a:prstGeom>
          <a:ln w="12700">
            <a:solidFill>
              <a:schemeClr val="tx1"/>
            </a:solidFill>
          </a:ln>
        </p:spPr>
      </p:pic>
      <p:sp>
        <p:nvSpPr>
          <p:cNvPr id="4" name="Title 3">
            <a:extLst>
              <a:ext uri="{FF2B5EF4-FFF2-40B4-BE49-F238E27FC236}">
                <a16:creationId xmlns:a16="http://schemas.microsoft.com/office/drawing/2014/main" id="{0FF64375-C015-92D4-2C9D-2E200DABB06C}"/>
              </a:ext>
            </a:extLst>
          </p:cNvPr>
          <p:cNvSpPr>
            <a:spLocks noGrp="1"/>
          </p:cNvSpPr>
          <p:nvPr>
            <p:ph type="title"/>
            <p:custDataLst>
              <p:tags r:id="rId4"/>
            </p:custDataLst>
          </p:nvPr>
        </p:nvSpPr>
        <p:spPr>
          <a:xfrm>
            <a:off x="495300" y="661987"/>
            <a:ext cx="11201400" cy="736600"/>
          </a:xfrm>
        </p:spPr>
        <p:txBody>
          <a:bodyPr>
            <a:normAutofit/>
          </a:bodyPr>
          <a:lstStyle/>
          <a:p>
            <a:r>
              <a:rPr lang="en-US" noProof="1"/>
              <a:t>Ziua 1: Sosirea în Riga</a:t>
            </a:r>
          </a:p>
        </p:txBody>
      </p:sp>
      <p:sp>
        <p:nvSpPr>
          <p:cNvPr id="3" name="Content Placeholder 2">
            <a:extLst>
              <a:ext uri="{FF2B5EF4-FFF2-40B4-BE49-F238E27FC236}">
                <a16:creationId xmlns:a16="http://schemas.microsoft.com/office/drawing/2014/main" id="{070C9139-996C-8DC4-2DD5-0FE9CC7FA6BF}"/>
              </a:ext>
            </a:extLst>
          </p:cNvPr>
          <p:cNvSpPr>
            <a:spLocks noGrp="1"/>
          </p:cNvSpPr>
          <p:nvPr>
            <p:ph sz="half" idx="14"/>
            <p:custDataLst>
              <p:tags r:id="rId5"/>
            </p:custDataLst>
          </p:nvPr>
        </p:nvSpPr>
        <p:spPr>
          <a:xfrm>
            <a:off x="5633265" y="1767808"/>
            <a:ext cx="6046671" cy="2194560"/>
          </a:xfrm>
        </p:spPr>
        <p:txBody>
          <a:bodyPr tIns="0" anchor="t">
            <a:normAutofit/>
          </a:bodyPr>
          <a:lstStyle/>
          <a:p>
            <a:pPr>
              <a:lnSpc>
                <a:spcPct val="100000"/>
              </a:lnSpc>
            </a:pPr>
            <a:r>
              <a:rPr lang="en-US" sz="1600" noProof="1"/>
              <a:t>Am ajuns în Riga și m-am cazat în inima centrului vechi, un sit UNESCO cu străzi pietruite și clădiri colorate. Am vizitat Castelul Riga și Biserica Sfântul Petru, admirând arhitectura medievală și atmosfera plină de viață.</a:t>
            </a:r>
          </a:p>
        </p:txBody>
      </p:sp>
      <p:sp>
        <p:nvSpPr>
          <p:cNvPr id="8" name="Content Placeholder 7">
            <a:extLst>
              <a:ext uri="{FF2B5EF4-FFF2-40B4-BE49-F238E27FC236}">
                <a16:creationId xmlns:a16="http://schemas.microsoft.com/office/drawing/2014/main" id="{A0FEBB78-05E7-6068-C6AC-766AD366A9F1}"/>
              </a:ext>
            </a:extLst>
          </p:cNvPr>
          <p:cNvSpPr>
            <a:spLocks noGrp="1"/>
          </p:cNvSpPr>
          <p:nvPr>
            <p:ph sz="half" idx="15"/>
            <p:custDataLst>
              <p:tags r:id="rId6"/>
            </p:custDataLst>
          </p:nvPr>
        </p:nvSpPr>
        <p:spPr>
          <a:xfrm>
            <a:off x="5633265" y="4093265"/>
            <a:ext cx="6046671" cy="2194560"/>
          </a:xfrm>
        </p:spPr>
        <p:txBody>
          <a:bodyPr tIns="0" anchor="t">
            <a:normAutofit/>
          </a:bodyPr>
          <a:lstStyle/>
          <a:p>
            <a:pPr>
              <a:lnSpc>
                <a:spcPct val="100000"/>
              </a:lnSpc>
            </a:pPr>
            <a:r>
              <a:rPr lang="lv-LV" sz="1600" dirty="0"/>
              <a:t>Seara am gustat mâncăruri tradiționale letone, inclusiv </a:t>
            </a:r>
            <a:r>
              <a:rPr lang="lv-LV" sz="1600" i="1" dirty="0"/>
              <a:t>Frikadeļu Zupa</a:t>
            </a:r>
            <a:r>
              <a:rPr lang="lv-LV" sz="1600" dirty="0"/>
              <a:t>, o supă cu chifteluțe foarte populară în Letonia. Riga este faimoasă pentru arhitectura Art Nouveau, iar strada Alberta iela este un loc ideal pentru a vedea aceste detalii ornamentale.</a:t>
            </a:r>
            <a:endParaRPr lang="en-US" sz="1600" noProof="1"/>
          </a:p>
        </p:txBody>
      </p:sp>
      <p:sp>
        <p:nvSpPr>
          <p:cNvPr id="7" name="Text Placeholder 6">
            <a:extLst>
              <a:ext uri="{FF2B5EF4-FFF2-40B4-BE49-F238E27FC236}">
                <a16:creationId xmlns:a16="http://schemas.microsoft.com/office/drawing/2014/main" id="{97CACE31-2AE6-4996-035E-8E2C84E79B83}"/>
              </a:ext>
            </a:extLst>
          </p:cNvPr>
          <p:cNvSpPr>
            <a:spLocks noGrp="1"/>
          </p:cNvSpPr>
          <p:nvPr>
            <p:ph type="body" idx="17"/>
            <p:custDataLst>
              <p:tags r:id="rId7"/>
            </p:custDataLst>
          </p:nvPr>
        </p:nvSpPr>
        <p:spPr>
          <a:xfrm>
            <a:off x="2861190" y="1767808"/>
            <a:ext cx="2616754" cy="2194560"/>
          </a:xfrm>
        </p:spPr>
        <p:txBody>
          <a:bodyPr vert="horz" lIns="0" tIns="45720" rIns="91440" bIns="45720" rtlCol="0" anchor="t">
            <a:normAutofit/>
          </a:bodyPr>
          <a:lstStyle/>
          <a:p>
            <a:r>
              <a:rPr lang="en-US" sz="1800" b="0" noProof="1"/>
              <a:t>Explorarea Centrului Vechi</a:t>
            </a:r>
          </a:p>
        </p:txBody>
      </p:sp>
      <p:sp>
        <p:nvSpPr>
          <p:cNvPr id="5" name="Text Placeholder 4">
            <a:extLst>
              <a:ext uri="{FF2B5EF4-FFF2-40B4-BE49-F238E27FC236}">
                <a16:creationId xmlns:a16="http://schemas.microsoft.com/office/drawing/2014/main" id="{B1D69877-7A05-8D55-E6EC-4870565D3487}"/>
              </a:ext>
            </a:extLst>
          </p:cNvPr>
          <p:cNvSpPr>
            <a:spLocks noGrp="1"/>
          </p:cNvSpPr>
          <p:nvPr>
            <p:ph type="body" idx="18"/>
            <p:custDataLst>
              <p:tags r:id="rId8"/>
            </p:custDataLst>
          </p:nvPr>
        </p:nvSpPr>
        <p:spPr>
          <a:xfrm>
            <a:off x="2877954" y="4093265"/>
            <a:ext cx="2616754" cy="2194560"/>
          </a:xfrm>
        </p:spPr>
        <p:txBody>
          <a:bodyPr vert="horz" lIns="0" tIns="45720" rIns="91440" bIns="45720" rtlCol="0" anchor="t">
            <a:normAutofit/>
          </a:bodyPr>
          <a:lstStyle/>
          <a:p>
            <a:r>
              <a:rPr lang="en-US" sz="1800" b="0" noProof="1"/>
              <a:t>Mâncare Tradițională și Curiozități</a:t>
            </a:r>
          </a:p>
        </p:txBody>
      </p:sp>
      <p:sp>
        <p:nvSpPr>
          <p:cNvPr id="16" name="Text Placeholder 8">
            <a:extLst>
              <a:ext uri="{FF2B5EF4-FFF2-40B4-BE49-F238E27FC236}">
                <a16:creationId xmlns:a16="http://schemas.microsoft.com/office/drawing/2014/main" id="{6DCF32E7-073A-459E-C5EF-33B17FADE6C5}"/>
              </a:ext>
            </a:extLst>
          </p:cNvPr>
          <p:cNvSpPr>
            <a:spLocks noGrp="1"/>
          </p:cNvSpPr>
          <p:nvPr>
            <p:ph type="body" sz="quarter" idx="13"/>
            <p:custDataLst>
              <p:tags r:id="rId9"/>
            </p:custDataLst>
          </p:nvPr>
        </p:nvSpPr>
        <p:spPr>
          <a:xfrm>
            <a:off x="495300" y="203200"/>
            <a:ext cx="3848100" cy="419100"/>
          </a:xfrm>
        </p:spPr>
        <p:txBody>
          <a:bodyPr>
            <a:normAutofit/>
          </a:bodyPr>
          <a:lstStyle/>
          <a:p>
            <a:r>
              <a:rPr lang="en-US" noProof="1"/>
              <a:t>Ziua 1</a:t>
            </a:r>
          </a:p>
        </p:txBody>
      </p:sp>
    </p:spTree>
    <p:custDataLst>
      <p:tags r:id="rId1"/>
    </p:custDataLst>
    <p:extLst>
      <p:ext uri="{BB962C8B-B14F-4D97-AF65-F5344CB8AC3E}">
        <p14:creationId xmlns:p14="http://schemas.microsoft.com/office/powerpoint/2010/main" val="949968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0DBFFDB0-E49B-A1BB-1D1B-2D76B22D6A43}"/>
            </a:ext>
          </a:extLst>
        </p:cNvPr>
        <p:cNvGrpSpPr/>
        <p:nvPr/>
      </p:nvGrpSpPr>
      <p:grpSpPr>
        <a:xfrm>
          <a:off x="0" y="0"/>
          <a:ext cx="0" cy="0"/>
          <a:chOff x="0" y="0"/>
          <a:chExt cx="0" cy="0"/>
        </a:xfrm>
      </p:grpSpPr>
      <p:pic>
        <p:nvPicPr>
          <p:cNvPr id="9" name="Google Shape;504;p66">
            <a:extLst>
              <a:ext uri="{FF2B5EF4-FFF2-40B4-BE49-F238E27FC236}">
                <a16:creationId xmlns:a16="http://schemas.microsoft.com/office/drawing/2014/main" id="{DEFF018F-D750-04C4-8607-8E90078EB9E8}"/>
              </a:ext>
            </a:extLst>
          </p:cNvPr>
          <p:cNvPicPr preferRelativeResize="0">
            <a:picLocks/>
          </p:cNvPicPr>
          <p:nvPr>
            <p:custDataLst>
              <p:tags r:id="rId2"/>
            </p:custDataLst>
          </p:nvPr>
        </p:nvPicPr>
        <p:blipFill>
          <a:blip r:embed="rId11">
            <a:extLst>
              <a:ext uri="{28A0092B-C50C-407E-A947-70E740481C1C}">
                <a14:useLocalDpi xmlns:a14="http://schemas.microsoft.com/office/drawing/2010/main" val="0"/>
              </a:ext>
            </a:extLst>
          </a:blip>
          <a:srcRect l="12545" r="12545"/>
          <a:stretch/>
        </p:blipFill>
        <p:spPr>
          <a:xfrm>
            <a:off x="495299" y="1767808"/>
            <a:ext cx="2210569" cy="2213251"/>
          </a:xfrm>
          <a:prstGeom prst="roundRect">
            <a:avLst>
              <a:gd name="adj" fmla="val 10353"/>
            </a:avLst>
          </a:prstGeom>
          <a:ln w="12700">
            <a:solidFill>
              <a:schemeClr val="tx1"/>
            </a:solidFill>
          </a:ln>
        </p:spPr>
      </p:pic>
      <p:pic>
        <p:nvPicPr>
          <p:cNvPr id="10" name="Google Shape;505;p66">
            <a:extLst>
              <a:ext uri="{FF2B5EF4-FFF2-40B4-BE49-F238E27FC236}">
                <a16:creationId xmlns:a16="http://schemas.microsoft.com/office/drawing/2014/main" id="{E9FFF122-A9B0-18B3-BFC9-ADEA04EC56D4}"/>
              </a:ext>
            </a:extLst>
          </p:cNvPr>
          <p:cNvPicPr preferRelativeResize="0">
            <a:picLocks/>
          </p:cNvPicPr>
          <p:nvPr>
            <p:custDataLst>
              <p:tags r:id="rId3"/>
            </p:custDataLst>
          </p:nvPr>
        </p:nvPicPr>
        <p:blipFill>
          <a:blip r:embed="rId12">
            <a:extLst>
              <a:ext uri="{28A0092B-C50C-407E-A947-70E740481C1C}">
                <a14:useLocalDpi xmlns:a14="http://schemas.microsoft.com/office/drawing/2010/main" val="0"/>
              </a:ext>
            </a:extLst>
          </a:blip>
          <a:srcRect l="16569" r="16569"/>
          <a:stretch/>
        </p:blipFill>
        <p:spPr>
          <a:xfrm>
            <a:off x="495299" y="4093265"/>
            <a:ext cx="2210569" cy="2213251"/>
          </a:xfrm>
          <a:prstGeom prst="roundRect">
            <a:avLst>
              <a:gd name="adj" fmla="val 10353"/>
            </a:avLst>
          </a:prstGeom>
          <a:ln w="12700">
            <a:solidFill>
              <a:schemeClr val="tx1"/>
            </a:solidFill>
          </a:ln>
        </p:spPr>
      </p:pic>
      <p:sp>
        <p:nvSpPr>
          <p:cNvPr id="4" name="Title 3">
            <a:extLst>
              <a:ext uri="{FF2B5EF4-FFF2-40B4-BE49-F238E27FC236}">
                <a16:creationId xmlns:a16="http://schemas.microsoft.com/office/drawing/2014/main" id="{38D62235-943A-FF0D-3BE9-6E51F2AA0F02}"/>
              </a:ext>
            </a:extLst>
          </p:cNvPr>
          <p:cNvSpPr>
            <a:spLocks noGrp="1"/>
          </p:cNvSpPr>
          <p:nvPr>
            <p:ph type="title"/>
            <p:custDataLst>
              <p:tags r:id="rId4"/>
            </p:custDataLst>
          </p:nvPr>
        </p:nvSpPr>
        <p:spPr>
          <a:xfrm>
            <a:off x="495300" y="661987"/>
            <a:ext cx="11201400" cy="736600"/>
          </a:xfrm>
        </p:spPr>
        <p:txBody>
          <a:bodyPr>
            <a:normAutofit fontScale="90000"/>
          </a:bodyPr>
          <a:lstStyle/>
          <a:p>
            <a:r>
              <a:rPr lang="en-US" noProof="1"/>
              <a:t>Ziua 2: Explorarea Pieței Centrale și Cartierului Art Nouveau</a:t>
            </a:r>
          </a:p>
        </p:txBody>
      </p:sp>
      <p:sp>
        <p:nvSpPr>
          <p:cNvPr id="3" name="Content Placeholder 2">
            <a:extLst>
              <a:ext uri="{FF2B5EF4-FFF2-40B4-BE49-F238E27FC236}">
                <a16:creationId xmlns:a16="http://schemas.microsoft.com/office/drawing/2014/main" id="{51937C00-2626-719D-3C0D-2121D347ACB5}"/>
              </a:ext>
            </a:extLst>
          </p:cNvPr>
          <p:cNvSpPr>
            <a:spLocks noGrp="1"/>
          </p:cNvSpPr>
          <p:nvPr>
            <p:ph sz="half" idx="14"/>
            <p:custDataLst>
              <p:tags r:id="rId5"/>
            </p:custDataLst>
          </p:nvPr>
        </p:nvSpPr>
        <p:spPr>
          <a:xfrm>
            <a:off x="5633265" y="1767808"/>
            <a:ext cx="6046671" cy="2194560"/>
          </a:xfrm>
        </p:spPr>
        <p:txBody>
          <a:bodyPr tIns="0" anchor="t">
            <a:normAutofit/>
          </a:bodyPr>
          <a:lstStyle/>
          <a:p>
            <a:pPr>
              <a:lnSpc>
                <a:spcPct val="100000"/>
              </a:lnSpc>
            </a:pPr>
            <a:r>
              <a:rPr lang="en-US" sz="1600" noProof="1"/>
              <a:t>Am explorat Piața Centrală din Riga, situată în hangarele vechi de zepelin, unde am gustat brânzeturi locale și pâine de secară, simțind atmosfera vie a acestui loc istoric.</a:t>
            </a:r>
          </a:p>
        </p:txBody>
      </p:sp>
      <p:sp>
        <p:nvSpPr>
          <p:cNvPr id="8" name="Content Placeholder 7">
            <a:extLst>
              <a:ext uri="{FF2B5EF4-FFF2-40B4-BE49-F238E27FC236}">
                <a16:creationId xmlns:a16="http://schemas.microsoft.com/office/drawing/2014/main" id="{F8F13E07-D5CE-6F00-6F5A-2C44A430C27C}"/>
              </a:ext>
            </a:extLst>
          </p:cNvPr>
          <p:cNvSpPr>
            <a:spLocks noGrp="1"/>
          </p:cNvSpPr>
          <p:nvPr>
            <p:ph sz="half" idx="15"/>
            <p:custDataLst>
              <p:tags r:id="rId6"/>
            </p:custDataLst>
          </p:nvPr>
        </p:nvSpPr>
        <p:spPr>
          <a:xfrm>
            <a:off x="5633265" y="4093265"/>
            <a:ext cx="6046671" cy="2194560"/>
          </a:xfrm>
        </p:spPr>
        <p:txBody>
          <a:bodyPr tIns="0" anchor="t">
            <a:normAutofit/>
          </a:bodyPr>
          <a:lstStyle/>
          <a:p>
            <a:pPr>
              <a:lnSpc>
                <a:spcPct val="100000"/>
              </a:lnSpc>
            </a:pPr>
            <a:r>
              <a:rPr lang="en-US" sz="1600" noProof="1"/>
              <a:t>Am descoperit frumusețea arhitecturii Art Nouveau pe strada Alberta iela, admirând fațadele decorative și elegante care fac din Riga un oraș cu cea mai mare concentrație de clădiri Art Nouveau din lume.</a:t>
            </a:r>
          </a:p>
        </p:txBody>
      </p:sp>
      <p:sp>
        <p:nvSpPr>
          <p:cNvPr id="7" name="Text Placeholder 6">
            <a:extLst>
              <a:ext uri="{FF2B5EF4-FFF2-40B4-BE49-F238E27FC236}">
                <a16:creationId xmlns:a16="http://schemas.microsoft.com/office/drawing/2014/main" id="{277AD4A6-B60D-8CFB-498E-B27C204B5ED0}"/>
              </a:ext>
            </a:extLst>
          </p:cNvPr>
          <p:cNvSpPr>
            <a:spLocks noGrp="1"/>
          </p:cNvSpPr>
          <p:nvPr>
            <p:ph type="body" idx="17"/>
            <p:custDataLst>
              <p:tags r:id="rId7"/>
            </p:custDataLst>
          </p:nvPr>
        </p:nvSpPr>
        <p:spPr>
          <a:xfrm>
            <a:off x="2861190" y="1767808"/>
            <a:ext cx="2616754" cy="2194560"/>
          </a:xfrm>
        </p:spPr>
        <p:txBody>
          <a:bodyPr vert="horz" lIns="0" tIns="45720" rIns="91440" bIns="45720" rtlCol="0" anchor="t">
            <a:normAutofit/>
          </a:bodyPr>
          <a:lstStyle/>
          <a:p>
            <a:r>
              <a:rPr lang="en-US" sz="1800" b="0" noProof="1"/>
              <a:t>Vizita la Piața Centrală</a:t>
            </a:r>
          </a:p>
        </p:txBody>
      </p:sp>
      <p:sp>
        <p:nvSpPr>
          <p:cNvPr id="5" name="Text Placeholder 4">
            <a:extLst>
              <a:ext uri="{FF2B5EF4-FFF2-40B4-BE49-F238E27FC236}">
                <a16:creationId xmlns:a16="http://schemas.microsoft.com/office/drawing/2014/main" id="{726C9635-77A9-56CC-D447-FEB37E819095}"/>
              </a:ext>
            </a:extLst>
          </p:cNvPr>
          <p:cNvSpPr>
            <a:spLocks noGrp="1"/>
          </p:cNvSpPr>
          <p:nvPr>
            <p:ph type="body" idx="18"/>
            <p:custDataLst>
              <p:tags r:id="rId8"/>
            </p:custDataLst>
          </p:nvPr>
        </p:nvSpPr>
        <p:spPr>
          <a:xfrm>
            <a:off x="2877954" y="4093265"/>
            <a:ext cx="2616754" cy="2194560"/>
          </a:xfrm>
        </p:spPr>
        <p:txBody>
          <a:bodyPr vert="horz" lIns="0" tIns="45720" rIns="91440" bIns="45720" rtlCol="0" anchor="t">
            <a:normAutofit/>
          </a:bodyPr>
          <a:lstStyle/>
          <a:p>
            <a:r>
              <a:rPr lang="en-US" sz="1800" b="0" noProof="1"/>
              <a:t>Cartierul Art Nouveau</a:t>
            </a:r>
          </a:p>
        </p:txBody>
      </p:sp>
      <p:sp>
        <p:nvSpPr>
          <p:cNvPr id="16" name="Text Placeholder 8">
            <a:extLst>
              <a:ext uri="{FF2B5EF4-FFF2-40B4-BE49-F238E27FC236}">
                <a16:creationId xmlns:a16="http://schemas.microsoft.com/office/drawing/2014/main" id="{6BEEC278-90C3-5E34-E676-98249E4D57B3}"/>
              </a:ext>
            </a:extLst>
          </p:cNvPr>
          <p:cNvSpPr>
            <a:spLocks noGrp="1"/>
          </p:cNvSpPr>
          <p:nvPr>
            <p:ph type="body" sz="quarter" idx="13"/>
            <p:custDataLst>
              <p:tags r:id="rId9"/>
            </p:custDataLst>
          </p:nvPr>
        </p:nvSpPr>
        <p:spPr>
          <a:xfrm>
            <a:off x="495300" y="203200"/>
            <a:ext cx="3848100" cy="419100"/>
          </a:xfrm>
        </p:spPr>
        <p:txBody>
          <a:bodyPr>
            <a:normAutofit/>
          </a:bodyPr>
          <a:lstStyle/>
          <a:p>
            <a:r>
              <a:rPr lang="en-US" noProof="1"/>
              <a:t>Ziua 2</a:t>
            </a:r>
          </a:p>
        </p:txBody>
      </p:sp>
    </p:spTree>
    <p:custDataLst>
      <p:tags r:id="rId1"/>
    </p:custDataLst>
    <p:extLst>
      <p:ext uri="{BB962C8B-B14F-4D97-AF65-F5344CB8AC3E}">
        <p14:creationId xmlns:p14="http://schemas.microsoft.com/office/powerpoint/2010/main" val="3956622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89B35-574C-7A83-DD54-C14CADCA4CF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29F5CA94-43A1-8DA2-B29F-070064D28B49}"/>
              </a:ext>
            </a:extLst>
          </p:cNvPr>
          <p:cNvSpPr>
            <a:spLocks noGrp="1"/>
          </p:cNvSpPr>
          <p:nvPr>
            <p:ph type="title"/>
            <p:custDataLst>
              <p:tags r:id="rId2"/>
            </p:custDataLst>
          </p:nvPr>
        </p:nvSpPr>
        <p:spPr>
          <a:xfrm>
            <a:off x="495300" y="661987"/>
            <a:ext cx="11201400" cy="736600"/>
          </a:xfrm>
        </p:spPr>
        <p:txBody>
          <a:bodyPr>
            <a:normAutofit fontScale="90000"/>
          </a:bodyPr>
          <a:lstStyle/>
          <a:p>
            <a:r>
              <a:rPr lang="en-US" noProof="1"/>
              <a:t>Ziua 3: Excursie la Bunkerul Sovietic și Traseele Naturale Līgatne</a:t>
            </a:r>
          </a:p>
        </p:txBody>
      </p:sp>
      <p:sp>
        <p:nvSpPr>
          <p:cNvPr id="10" name="Content Placeholder 9">
            <a:extLst>
              <a:ext uri="{FF2B5EF4-FFF2-40B4-BE49-F238E27FC236}">
                <a16:creationId xmlns:a16="http://schemas.microsoft.com/office/drawing/2014/main" id="{B52F545A-055F-C90F-616B-2A837E8BEE62}"/>
              </a:ext>
            </a:extLst>
          </p:cNvPr>
          <p:cNvSpPr>
            <a:spLocks noGrp="1"/>
          </p:cNvSpPr>
          <p:nvPr>
            <p:ph sz="half" idx="1"/>
            <p:custDataLst>
              <p:tags r:id="rId3"/>
            </p:custDataLst>
          </p:nvPr>
        </p:nvSpPr>
        <p:spPr>
          <a:xfrm>
            <a:off x="495300" y="3200400"/>
            <a:ext cx="3565525" cy="3071132"/>
          </a:xfrm>
        </p:spPr>
        <p:txBody>
          <a:bodyPr lIns="0">
            <a:normAutofit/>
          </a:bodyPr>
          <a:lstStyle/>
          <a:p>
            <a:pPr marL="11113" indent="0">
              <a:lnSpc>
                <a:spcPct val="114000"/>
              </a:lnSpc>
              <a:buNone/>
            </a:pPr>
            <a:r>
              <a:rPr lang="en-US" sz="1600" noProof="1"/>
              <a:t>Am vizitat un bunker secret construit în 1982 pentru protecția liderilor sovietici în caz de război nuclear. Totul este păstrat exact cum a fost atunci, oferind o experiență captivantă în istoria Războiului Rece.</a:t>
            </a:r>
          </a:p>
        </p:txBody>
      </p:sp>
      <p:sp>
        <p:nvSpPr>
          <p:cNvPr id="11" name="Content Placeholder 10">
            <a:extLst>
              <a:ext uri="{FF2B5EF4-FFF2-40B4-BE49-F238E27FC236}">
                <a16:creationId xmlns:a16="http://schemas.microsoft.com/office/drawing/2014/main" id="{BC109F24-34E2-7BA5-F942-B8DB10202E47}"/>
              </a:ext>
            </a:extLst>
          </p:cNvPr>
          <p:cNvSpPr>
            <a:spLocks noGrp="1"/>
          </p:cNvSpPr>
          <p:nvPr>
            <p:ph sz="half" idx="2"/>
            <p:custDataLst>
              <p:tags r:id="rId4"/>
            </p:custDataLst>
          </p:nvPr>
        </p:nvSpPr>
        <p:spPr>
          <a:xfrm>
            <a:off x="4324350" y="3209925"/>
            <a:ext cx="3565525" cy="3071132"/>
          </a:xfrm>
        </p:spPr>
        <p:txBody>
          <a:bodyPr lIns="0">
            <a:normAutofit/>
          </a:bodyPr>
          <a:lstStyle/>
          <a:p>
            <a:pPr marL="11113" indent="0">
              <a:lnSpc>
                <a:spcPct val="114000"/>
              </a:lnSpc>
              <a:buNone/>
            </a:pPr>
            <a:r>
              <a:rPr lang="en-US" sz="1600" noProof="1"/>
              <a:t>După bunker, am explorat traseele din Parcul Național Gauja, unde am văzut animale salvate și peisaje frumoase, inclusiv păduri și râuri liniștite.</a:t>
            </a:r>
          </a:p>
        </p:txBody>
      </p:sp>
      <p:sp>
        <p:nvSpPr>
          <p:cNvPr id="12" name="Content Placeholder 11">
            <a:extLst>
              <a:ext uri="{FF2B5EF4-FFF2-40B4-BE49-F238E27FC236}">
                <a16:creationId xmlns:a16="http://schemas.microsoft.com/office/drawing/2014/main" id="{618F533E-6B5A-D363-CBCD-A6ED11F18D73}"/>
              </a:ext>
            </a:extLst>
          </p:cNvPr>
          <p:cNvSpPr>
            <a:spLocks noGrp="1"/>
          </p:cNvSpPr>
          <p:nvPr>
            <p:ph sz="half" idx="13"/>
            <p:custDataLst>
              <p:tags r:id="rId5"/>
            </p:custDataLst>
          </p:nvPr>
        </p:nvSpPr>
        <p:spPr>
          <a:xfrm>
            <a:off x="8153400" y="3209925"/>
            <a:ext cx="3565525" cy="3071132"/>
          </a:xfrm>
        </p:spPr>
        <p:txBody>
          <a:bodyPr lIns="0">
            <a:normAutofit/>
          </a:bodyPr>
          <a:lstStyle/>
          <a:p>
            <a:pPr marL="11113" indent="0">
              <a:lnSpc>
                <a:spcPct val="114000"/>
              </a:lnSpc>
              <a:buNone/>
            </a:pPr>
            <a:r>
              <a:rPr lang="en-US" sz="1600" noProof="1"/>
              <a:t>La cantina bunkerului, am gustat mâncăruri tradiționale sovietice servite pe o față de masă de ceară, o experiență autentică a vremurilor sovietice.</a:t>
            </a:r>
          </a:p>
        </p:txBody>
      </p:sp>
      <p:sp>
        <p:nvSpPr>
          <p:cNvPr id="13" name="Text Placeholder 12">
            <a:extLst>
              <a:ext uri="{FF2B5EF4-FFF2-40B4-BE49-F238E27FC236}">
                <a16:creationId xmlns:a16="http://schemas.microsoft.com/office/drawing/2014/main" id="{6C6873FE-2447-B300-F576-3ADC44E4A307}"/>
              </a:ext>
            </a:extLst>
          </p:cNvPr>
          <p:cNvSpPr>
            <a:spLocks noGrp="1"/>
          </p:cNvSpPr>
          <p:nvPr>
            <p:ph type="body" idx="14"/>
            <p:custDataLst>
              <p:tags r:id="rId6"/>
            </p:custDataLst>
          </p:nvPr>
        </p:nvSpPr>
        <p:spPr>
          <a:xfrm>
            <a:off x="495300" y="2473780"/>
            <a:ext cx="3565525" cy="703902"/>
          </a:xfrm>
        </p:spPr>
        <p:txBody>
          <a:bodyPr vert="horz" lIns="0" tIns="45720" rIns="91440" bIns="45720" rtlCol="0" anchor="t">
            <a:noAutofit/>
          </a:bodyPr>
          <a:lstStyle/>
          <a:p>
            <a:r>
              <a:rPr lang="en-US" noProof="1"/>
              <a:t>Bunkerul Secret Sovietic</a:t>
            </a:r>
          </a:p>
        </p:txBody>
      </p:sp>
      <p:sp>
        <p:nvSpPr>
          <p:cNvPr id="14" name="Text Placeholder 13">
            <a:extLst>
              <a:ext uri="{FF2B5EF4-FFF2-40B4-BE49-F238E27FC236}">
                <a16:creationId xmlns:a16="http://schemas.microsoft.com/office/drawing/2014/main" id="{050BAFF5-18C3-7260-5C53-43DAA587D740}"/>
              </a:ext>
            </a:extLst>
          </p:cNvPr>
          <p:cNvSpPr>
            <a:spLocks noGrp="1"/>
          </p:cNvSpPr>
          <p:nvPr>
            <p:ph type="body" idx="15"/>
            <p:custDataLst>
              <p:tags r:id="rId7"/>
            </p:custDataLst>
          </p:nvPr>
        </p:nvSpPr>
        <p:spPr>
          <a:xfrm>
            <a:off x="4324350" y="2473780"/>
            <a:ext cx="3565525" cy="702400"/>
          </a:xfrm>
        </p:spPr>
        <p:txBody>
          <a:bodyPr vert="horz" lIns="0" tIns="45720" rIns="91440" bIns="45720" rtlCol="0" anchor="t">
            <a:noAutofit/>
          </a:bodyPr>
          <a:lstStyle/>
          <a:p>
            <a:r>
              <a:rPr lang="en-US" noProof="1"/>
              <a:t>Traseele Naturale Līgatne</a:t>
            </a:r>
          </a:p>
        </p:txBody>
      </p:sp>
      <p:sp>
        <p:nvSpPr>
          <p:cNvPr id="15" name="Text Placeholder 14">
            <a:extLst>
              <a:ext uri="{FF2B5EF4-FFF2-40B4-BE49-F238E27FC236}">
                <a16:creationId xmlns:a16="http://schemas.microsoft.com/office/drawing/2014/main" id="{9F1ED272-F5F8-B028-E072-8E2C5D380E28}"/>
              </a:ext>
            </a:extLst>
          </p:cNvPr>
          <p:cNvSpPr>
            <a:spLocks noGrp="1"/>
          </p:cNvSpPr>
          <p:nvPr>
            <p:ph type="body" idx="16"/>
            <p:custDataLst>
              <p:tags r:id="rId8"/>
            </p:custDataLst>
          </p:nvPr>
        </p:nvSpPr>
        <p:spPr>
          <a:xfrm>
            <a:off x="8153400" y="2473780"/>
            <a:ext cx="3565525" cy="702400"/>
          </a:xfrm>
        </p:spPr>
        <p:txBody>
          <a:bodyPr vert="horz" lIns="0" tIns="45720" rIns="91440" bIns="45720" rtlCol="0" anchor="t">
            <a:noAutofit/>
          </a:bodyPr>
          <a:lstStyle/>
          <a:p>
            <a:r>
              <a:rPr lang="en-US" noProof="1"/>
              <a:t>Mâncare Sovietică</a:t>
            </a:r>
          </a:p>
        </p:txBody>
      </p:sp>
      <p:sp>
        <p:nvSpPr>
          <p:cNvPr id="2" name="Text Placeholder 1">
            <a:extLst>
              <a:ext uri="{FF2B5EF4-FFF2-40B4-BE49-F238E27FC236}">
                <a16:creationId xmlns:a16="http://schemas.microsoft.com/office/drawing/2014/main" id="{B6F10D51-54AA-9996-9F4B-E67B99F1D6FC}"/>
              </a:ext>
            </a:extLst>
          </p:cNvPr>
          <p:cNvSpPr>
            <a:spLocks noGrp="1"/>
          </p:cNvSpPr>
          <p:nvPr>
            <p:ph type="body" sz="quarter" idx="17"/>
            <p:custDataLst>
              <p:tags r:id="rId9"/>
            </p:custDataLst>
          </p:nvPr>
        </p:nvSpPr>
        <p:spPr>
          <a:xfrm>
            <a:off x="495300" y="203200"/>
            <a:ext cx="3848100" cy="419100"/>
          </a:xfrm>
        </p:spPr>
        <p:txBody>
          <a:bodyPr>
            <a:normAutofit/>
          </a:bodyPr>
          <a:lstStyle/>
          <a:p>
            <a:r>
              <a:rPr lang="en-US" noProof="1"/>
              <a:t>Ziua 3</a:t>
            </a:r>
          </a:p>
        </p:txBody>
      </p:sp>
      <p:sp>
        <p:nvSpPr>
          <p:cNvPr id="3" name="Rounded Rectangle 2">
            <a:extLst>
              <a:ext uri="{FF2B5EF4-FFF2-40B4-BE49-F238E27FC236}">
                <a16:creationId xmlns:a16="http://schemas.microsoft.com/office/drawing/2014/main" id="{98E9BBCC-C551-B8C3-CB97-0524CDAF803C}"/>
              </a:ext>
            </a:extLst>
          </p:cNvPr>
          <p:cNvSpPr/>
          <p:nvPr/>
        </p:nvSpPr>
        <p:spPr>
          <a:xfrm>
            <a:off x="495300" y="1541019"/>
            <a:ext cx="636375" cy="601663"/>
          </a:xfrm>
          <a:prstGeom prst="roundRect">
            <a:avLst>
              <a:gd name="adj" fmla="val 5000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pic>
        <p:nvPicPr>
          <p:cNvPr id="4" name="Graphic 3">
            <a:extLst>
              <a:ext uri="{FF2B5EF4-FFF2-40B4-BE49-F238E27FC236}">
                <a16:creationId xmlns:a16="http://schemas.microsoft.com/office/drawing/2014/main" id="{46F5F8B9-803C-184E-08D9-86C9DBEA0AAF}"/>
              </a:ext>
            </a:extLst>
          </p:cNvPr>
          <p:cNvPicPr>
            <a:picLocks noChangeAspect="1"/>
          </p:cNvPicPr>
          <p:nvPr>
            <p:custDataLst>
              <p:tags r:id="rId10"/>
            </p:custDataLst>
          </p:nvPr>
        </p:nvPicPr>
        <p:blipFill>
          <a:blip r:embed="rId14">
            <a:extLst>
              <a:ext uri="{96DAC541-7B7A-43D3-8B79-37D633B846F1}">
                <asvg:svgBlip xmlns:asvg="http://schemas.microsoft.com/office/drawing/2016/SVG/main" r:embed="rId15"/>
              </a:ext>
            </a:extLst>
          </a:blip>
          <a:stretch>
            <a:fillRect/>
          </a:stretch>
        </p:blipFill>
        <p:spPr>
          <a:xfrm>
            <a:off x="667183" y="1695546"/>
            <a:ext cx="292608" cy="292608"/>
          </a:xfrm>
          <a:prstGeom prst="rect">
            <a:avLst/>
          </a:prstGeom>
        </p:spPr>
      </p:pic>
      <p:sp>
        <p:nvSpPr>
          <p:cNvPr id="5" name="Rounded Rectangle 4">
            <a:extLst>
              <a:ext uri="{FF2B5EF4-FFF2-40B4-BE49-F238E27FC236}">
                <a16:creationId xmlns:a16="http://schemas.microsoft.com/office/drawing/2014/main" id="{DDB6394E-F363-7A99-F487-F27884027FD3}"/>
              </a:ext>
            </a:extLst>
          </p:cNvPr>
          <p:cNvSpPr/>
          <p:nvPr/>
        </p:nvSpPr>
        <p:spPr>
          <a:xfrm>
            <a:off x="4327072" y="1541019"/>
            <a:ext cx="636375" cy="601663"/>
          </a:xfrm>
          <a:prstGeom prst="roundRect">
            <a:avLst>
              <a:gd name="adj" fmla="val 50000"/>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pic>
        <p:nvPicPr>
          <p:cNvPr id="6" name="Graphic 5">
            <a:extLst>
              <a:ext uri="{FF2B5EF4-FFF2-40B4-BE49-F238E27FC236}">
                <a16:creationId xmlns:a16="http://schemas.microsoft.com/office/drawing/2014/main" id="{D2C9EE0E-14BF-0DCF-7D65-6ED27721FBF9}"/>
              </a:ext>
            </a:extLst>
          </p:cNvPr>
          <p:cNvPicPr>
            <a:picLocks noChangeAspect="1"/>
          </p:cNvPicPr>
          <p:nvPr>
            <p:custDataLst>
              <p:tags r:id="rId11"/>
            </p:custDataLst>
          </p:nvPr>
        </p:nvPicPr>
        <p:blipFill>
          <a:blip r:embed="rId16">
            <a:extLst>
              <a:ext uri="{96DAC541-7B7A-43D3-8B79-37D633B846F1}">
                <asvg:svgBlip xmlns:asvg="http://schemas.microsoft.com/office/drawing/2016/SVG/main" r:embed="rId17"/>
              </a:ext>
            </a:extLst>
          </a:blip>
          <a:stretch>
            <a:fillRect/>
          </a:stretch>
        </p:blipFill>
        <p:spPr>
          <a:xfrm>
            <a:off x="4498955" y="1695546"/>
            <a:ext cx="292608" cy="292608"/>
          </a:xfrm>
          <a:prstGeom prst="rect">
            <a:avLst/>
          </a:prstGeom>
        </p:spPr>
      </p:pic>
      <p:sp>
        <p:nvSpPr>
          <p:cNvPr id="7" name="Rounded Rectangle 6">
            <a:extLst>
              <a:ext uri="{FF2B5EF4-FFF2-40B4-BE49-F238E27FC236}">
                <a16:creationId xmlns:a16="http://schemas.microsoft.com/office/drawing/2014/main" id="{24C172A5-5322-CD48-DB7B-41A1A1A6563A}"/>
              </a:ext>
            </a:extLst>
          </p:cNvPr>
          <p:cNvSpPr/>
          <p:nvPr/>
        </p:nvSpPr>
        <p:spPr>
          <a:xfrm>
            <a:off x="8147958" y="1541019"/>
            <a:ext cx="636375" cy="601663"/>
          </a:xfrm>
          <a:prstGeom prst="roundRect">
            <a:avLst>
              <a:gd name="adj" fmla="val 50000"/>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pic>
        <p:nvPicPr>
          <p:cNvPr id="8" name="Graphic 7">
            <a:extLst>
              <a:ext uri="{FF2B5EF4-FFF2-40B4-BE49-F238E27FC236}">
                <a16:creationId xmlns:a16="http://schemas.microsoft.com/office/drawing/2014/main" id="{317D28A7-1AB8-5F9B-6785-7E23A5F1C1E3}"/>
              </a:ext>
            </a:extLst>
          </p:cNvPr>
          <p:cNvPicPr>
            <a:picLocks noChangeAspect="1"/>
          </p:cNvPicPr>
          <p:nvPr>
            <p:custDataLst>
              <p:tags r:id="rId12"/>
            </p:custDataLst>
          </p:nvPr>
        </p:nvPicPr>
        <p:blipFill>
          <a:blip r:embed="rId18">
            <a:extLst>
              <a:ext uri="{96DAC541-7B7A-43D3-8B79-37D633B846F1}">
                <asvg:svgBlip xmlns:asvg="http://schemas.microsoft.com/office/drawing/2016/SVG/main" r:embed="rId19"/>
              </a:ext>
            </a:extLst>
          </a:blip>
          <a:stretch>
            <a:fillRect/>
          </a:stretch>
        </p:blipFill>
        <p:spPr>
          <a:xfrm>
            <a:off x="8319841" y="1695546"/>
            <a:ext cx="292608" cy="292608"/>
          </a:xfrm>
          <a:prstGeom prst="rect">
            <a:avLst/>
          </a:prstGeom>
        </p:spPr>
      </p:pic>
    </p:spTree>
    <p:custDataLst>
      <p:tags r:id="rId1"/>
    </p:custDataLst>
    <p:extLst>
      <p:ext uri="{BB962C8B-B14F-4D97-AF65-F5344CB8AC3E}">
        <p14:creationId xmlns:p14="http://schemas.microsoft.com/office/powerpoint/2010/main" val="2873703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19A7B40B-6585-C9D2-85EF-B25A1C211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9449D-8A5F-F615-3EEA-D8156FD7F6EF}"/>
              </a:ext>
            </a:extLst>
          </p:cNvPr>
          <p:cNvSpPr>
            <a:spLocks noGrp="1"/>
          </p:cNvSpPr>
          <p:nvPr>
            <p:ph type="title"/>
            <p:custDataLst>
              <p:tags r:id="rId2"/>
            </p:custDataLst>
          </p:nvPr>
        </p:nvSpPr>
        <p:spPr>
          <a:xfrm>
            <a:off x="495300" y="661298"/>
            <a:ext cx="11056144" cy="610495"/>
          </a:xfrm>
        </p:spPr>
        <p:txBody>
          <a:bodyPr>
            <a:normAutofit/>
          </a:bodyPr>
          <a:lstStyle/>
          <a:p>
            <a:r>
              <a:rPr lang="en-US" noProof="1"/>
              <a:t>Ziua 4: Excursie la Castelul Turaida și Sigulda</a:t>
            </a:r>
          </a:p>
        </p:txBody>
      </p:sp>
      <p:sp>
        <p:nvSpPr>
          <p:cNvPr id="3" name="Text Placeholder 2">
            <a:extLst>
              <a:ext uri="{FF2B5EF4-FFF2-40B4-BE49-F238E27FC236}">
                <a16:creationId xmlns:a16="http://schemas.microsoft.com/office/drawing/2014/main" id="{CAF38C3B-2F08-BEA8-8BAB-196E1B451E3E}"/>
              </a:ext>
            </a:extLst>
          </p:cNvPr>
          <p:cNvSpPr>
            <a:spLocks noGrp="1"/>
          </p:cNvSpPr>
          <p:nvPr>
            <p:ph type="body" idx="1"/>
            <p:custDataLst>
              <p:tags r:id="rId3"/>
            </p:custDataLst>
          </p:nvPr>
        </p:nvSpPr>
        <p:spPr>
          <a:xfrm>
            <a:off x="495300" y="3940938"/>
            <a:ext cx="4297680" cy="639761"/>
          </a:xfrm>
        </p:spPr>
        <p:txBody>
          <a:bodyPr vert="horz" lIns="0" tIns="45720" rIns="91440" bIns="45720" rtlCol="0" anchor="t">
            <a:normAutofit/>
          </a:bodyPr>
          <a:lstStyle/>
          <a:p>
            <a:r>
              <a:rPr lang="en-US" sz="1700" noProof="1"/>
              <a:t>Vizitarea Castelului Turaida</a:t>
            </a:r>
          </a:p>
        </p:txBody>
      </p:sp>
      <p:sp>
        <p:nvSpPr>
          <p:cNvPr id="4" name="Content Placeholder 3">
            <a:extLst>
              <a:ext uri="{FF2B5EF4-FFF2-40B4-BE49-F238E27FC236}">
                <a16:creationId xmlns:a16="http://schemas.microsoft.com/office/drawing/2014/main" id="{3B95DDF5-4F04-FBC8-233E-5497644FAF64}"/>
              </a:ext>
            </a:extLst>
          </p:cNvPr>
          <p:cNvSpPr>
            <a:spLocks noGrp="1"/>
          </p:cNvSpPr>
          <p:nvPr>
            <p:ph sz="half" idx="2"/>
            <p:custDataLst>
              <p:tags r:id="rId4"/>
            </p:custDataLst>
          </p:nvPr>
        </p:nvSpPr>
        <p:spPr>
          <a:xfrm>
            <a:off x="495300" y="4590226"/>
            <a:ext cx="4297680" cy="1694667"/>
          </a:xfrm>
        </p:spPr>
        <p:txBody>
          <a:bodyPr lIns="0">
            <a:normAutofit/>
          </a:bodyPr>
          <a:lstStyle/>
          <a:p>
            <a:pPr marL="11113" indent="0">
              <a:buNone/>
            </a:pPr>
            <a:r>
              <a:rPr lang="en-US" sz="1500" noProof="1"/>
              <a:t>Am vizitat Castelul Turaida, construit în anul 1214, unde am urcat în turn pentru a admira priveliștea uimitoare a văii râului Gauja și am explorat Muzeul Rezervației Turaida cu statui vechi și ruine de biserici.</a:t>
            </a:r>
          </a:p>
        </p:txBody>
      </p:sp>
      <p:sp>
        <p:nvSpPr>
          <p:cNvPr id="5" name="Text Placeholder 4">
            <a:extLst>
              <a:ext uri="{FF2B5EF4-FFF2-40B4-BE49-F238E27FC236}">
                <a16:creationId xmlns:a16="http://schemas.microsoft.com/office/drawing/2014/main" id="{37E55EB6-6B4E-9428-6897-C86586FF8F17}"/>
              </a:ext>
            </a:extLst>
          </p:cNvPr>
          <p:cNvSpPr>
            <a:spLocks noGrp="1"/>
          </p:cNvSpPr>
          <p:nvPr>
            <p:ph type="body" sz="quarter" idx="3"/>
            <p:custDataLst>
              <p:tags r:id="rId5"/>
            </p:custDataLst>
          </p:nvPr>
        </p:nvSpPr>
        <p:spPr>
          <a:xfrm>
            <a:off x="5037413" y="3940937"/>
            <a:ext cx="4297680" cy="639761"/>
          </a:xfrm>
        </p:spPr>
        <p:txBody>
          <a:bodyPr vert="horz" lIns="0" tIns="45720" rIns="91440" bIns="45720" rtlCol="0" anchor="t">
            <a:noAutofit/>
          </a:bodyPr>
          <a:lstStyle/>
          <a:p>
            <a:r>
              <a:rPr lang="en-US" sz="1700" noProof="1"/>
              <a:t>Peisaje și mâncare la Sigulda</a:t>
            </a:r>
          </a:p>
        </p:txBody>
      </p:sp>
      <p:sp>
        <p:nvSpPr>
          <p:cNvPr id="6" name="Content Placeholder 5">
            <a:extLst>
              <a:ext uri="{FF2B5EF4-FFF2-40B4-BE49-F238E27FC236}">
                <a16:creationId xmlns:a16="http://schemas.microsoft.com/office/drawing/2014/main" id="{CC2A0405-FA1B-FB2C-6208-4366CF45DA3A}"/>
              </a:ext>
            </a:extLst>
          </p:cNvPr>
          <p:cNvSpPr>
            <a:spLocks noGrp="1"/>
          </p:cNvSpPr>
          <p:nvPr>
            <p:ph sz="quarter" idx="4"/>
            <p:custDataLst>
              <p:tags r:id="rId6"/>
            </p:custDataLst>
          </p:nvPr>
        </p:nvSpPr>
        <p:spPr>
          <a:xfrm>
            <a:off x="5037413" y="4590225"/>
            <a:ext cx="4297680" cy="1694667"/>
          </a:xfrm>
        </p:spPr>
        <p:txBody>
          <a:bodyPr lIns="0">
            <a:normAutofit/>
          </a:bodyPr>
          <a:lstStyle/>
          <a:p>
            <a:pPr marL="11113" indent="0">
              <a:buNone/>
            </a:pPr>
            <a:r>
              <a:rPr lang="en-US" sz="1500" noProof="1"/>
              <a:t>În Sigulda, am făcut drumeții în peisajele deluroase și am vizitat Peștera Gutmanis, cea mai mare peșteră din regiune, după care am gustat supe tradiționale și pâine de secară la un restaurant local.</a:t>
            </a:r>
          </a:p>
        </p:txBody>
      </p:sp>
      <p:sp>
        <p:nvSpPr>
          <p:cNvPr id="9" name="Text Placeholder 8">
            <a:extLst>
              <a:ext uri="{FF2B5EF4-FFF2-40B4-BE49-F238E27FC236}">
                <a16:creationId xmlns:a16="http://schemas.microsoft.com/office/drawing/2014/main" id="{77806E22-52A6-D1CE-A2A9-8E7BC775A8D1}"/>
              </a:ext>
            </a:extLst>
          </p:cNvPr>
          <p:cNvSpPr>
            <a:spLocks noGrp="1"/>
          </p:cNvSpPr>
          <p:nvPr>
            <p:ph type="body" sz="quarter" idx="13"/>
            <p:custDataLst>
              <p:tags r:id="rId7"/>
            </p:custDataLst>
          </p:nvPr>
        </p:nvSpPr>
        <p:spPr>
          <a:xfrm>
            <a:off x="495300" y="203200"/>
            <a:ext cx="3848100" cy="419100"/>
          </a:xfrm>
        </p:spPr>
        <p:txBody>
          <a:bodyPr>
            <a:normAutofit/>
          </a:bodyPr>
          <a:lstStyle/>
          <a:p>
            <a:r>
              <a:rPr lang="en-US" noProof="1"/>
              <a:t>Ziua 4</a:t>
            </a:r>
          </a:p>
        </p:txBody>
      </p:sp>
      <p:pic>
        <p:nvPicPr>
          <p:cNvPr id="10" name="Picture Placeholder 9">
            <a:extLst>
              <a:ext uri="{FF2B5EF4-FFF2-40B4-BE49-F238E27FC236}">
                <a16:creationId xmlns:a16="http://schemas.microsoft.com/office/drawing/2014/main" id="{6963A98E-8DE7-0833-E153-59289F76DD31}"/>
              </a:ext>
            </a:extLst>
          </p:cNvPr>
          <p:cNvPicPr>
            <a:picLocks noGrp="1"/>
          </p:cNvPicPr>
          <p:nvPr>
            <p:ph type="pic" sz="quarter" idx="4294967295"/>
            <p:custDataLst>
              <p:tags r:id="rId8"/>
            </p:custDataLst>
          </p:nvPr>
        </p:nvPicPr>
        <p:blipFill>
          <a:blip r:embed="rId11">
            <a:extLst>
              <a:ext uri="{28A0092B-C50C-407E-A947-70E740481C1C}">
                <a14:useLocalDpi xmlns:a14="http://schemas.microsoft.com/office/drawing/2010/main" val="0"/>
              </a:ext>
            </a:extLst>
          </a:blip>
          <a:srcRect t="3786" b="3786"/>
          <a:stretch/>
        </p:blipFill>
        <p:spPr>
          <a:xfrm>
            <a:off x="495299" y="1597613"/>
            <a:ext cx="4257005" cy="2226565"/>
          </a:xfrm>
          <a:prstGeom prst="roundRect">
            <a:avLst>
              <a:gd name="adj" fmla="val 10353"/>
            </a:avLst>
          </a:prstGeom>
          <a:ln w="12700">
            <a:solidFill>
              <a:schemeClr val="tx1"/>
            </a:solidFill>
          </a:ln>
        </p:spPr>
      </p:pic>
      <p:pic>
        <p:nvPicPr>
          <p:cNvPr id="12" name="Picture Placeholder 11">
            <a:extLst>
              <a:ext uri="{FF2B5EF4-FFF2-40B4-BE49-F238E27FC236}">
                <a16:creationId xmlns:a16="http://schemas.microsoft.com/office/drawing/2014/main" id="{F1CCE993-5990-9334-E82B-A9572C4EFFA7}"/>
              </a:ext>
            </a:extLst>
          </p:cNvPr>
          <p:cNvPicPr>
            <a:picLocks noGrp="1"/>
          </p:cNvPicPr>
          <p:nvPr>
            <p:ph type="pic" sz="quarter" idx="4294967295"/>
            <p:custDataLst>
              <p:tags r:id="rId9"/>
            </p:custDataLst>
          </p:nvPr>
        </p:nvPicPr>
        <p:blipFill>
          <a:blip r:embed="rId12">
            <a:extLst>
              <a:ext uri="{28A0092B-C50C-407E-A947-70E740481C1C}">
                <a14:useLocalDpi xmlns:a14="http://schemas.microsoft.com/office/drawing/2010/main" val="0"/>
              </a:ext>
            </a:extLst>
          </a:blip>
          <a:srcRect t="10772" b="10772"/>
          <a:stretch/>
        </p:blipFill>
        <p:spPr>
          <a:xfrm>
            <a:off x="5037412" y="1597612"/>
            <a:ext cx="4257005" cy="2226565"/>
          </a:xfrm>
          <a:prstGeom prst="roundRect">
            <a:avLst>
              <a:gd name="adj" fmla="val 10353"/>
            </a:avLst>
          </a:prstGeom>
          <a:ln w="12700">
            <a:solidFill>
              <a:schemeClr val="tx1"/>
            </a:solidFill>
          </a:ln>
        </p:spPr>
      </p:pic>
      <p:sp>
        <p:nvSpPr>
          <p:cNvPr id="7" name="Rounded Rectangle 6">
            <a:extLst>
              <a:ext uri="{FF2B5EF4-FFF2-40B4-BE49-F238E27FC236}">
                <a16:creationId xmlns:a16="http://schemas.microsoft.com/office/drawing/2014/main" id="{F3BBE6DC-0F92-AA77-99C6-F5FBC90A92AB}"/>
              </a:ext>
            </a:extLst>
          </p:cNvPr>
          <p:cNvSpPr/>
          <p:nvPr/>
        </p:nvSpPr>
        <p:spPr>
          <a:xfrm rot="5400000">
            <a:off x="10570600" y="5710111"/>
            <a:ext cx="324537" cy="372419"/>
          </a:xfrm>
          <a:prstGeom prst="roundRect">
            <a:avLst>
              <a:gd name="adj" fmla="val 499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8" name="Rounded Rectangle 7">
            <a:extLst>
              <a:ext uri="{FF2B5EF4-FFF2-40B4-BE49-F238E27FC236}">
                <a16:creationId xmlns:a16="http://schemas.microsoft.com/office/drawing/2014/main" id="{D0757518-E547-CDC4-5690-E722730BA49C}"/>
              </a:ext>
            </a:extLst>
          </p:cNvPr>
          <p:cNvSpPr/>
          <p:nvPr/>
        </p:nvSpPr>
        <p:spPr>
          <a:xfrm rot="5400000">
            <a:off x="10494744" y="5577704"/>
            <a:ext cx="701591" cy="642552"/>
          </a:xfrm>
          <a:prstGeom prst="roundRect">
            <a:avLst>
              <a:gd name="adj" fmla="val 5000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1" name="Rounded Rectangle 10">
            <a:extLst>
              <a:ext uri="{FF2B5EF4-FFF2-40B4-BE49-F238E27FC236}">
                <a16:creationId xmlns:a16="http://schemas.microsoft.com/office/drawing/2014/main" id="{F65CAA96-F43A-1172-70F0-73D87E5C4C41}"/>
              </a:ext>
            </a:extLst>
          </p:cNvPr>
          <p:cNvSpPr/>
          <p:nvPr/>
        </p:nvSpPr>
        <p:spPr>
          <a:xfrm rot="5400000">
            <a:off x="9739521" y="5577704"/>
            <a:ext cx="701591" cy="642552"/>
          </a:xfrm>
          <a:prstGeom prst="roundRect">
            <a:avLst>
              <a:gd name="adj" fmla="val 5000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3" name="Rounded Rectangle 6">
            <a:extLst>
              <a:ext uri="{FF2B5EF4-FFF2-40B4-BE49-F238E27FC236}">
                <a16:creationId xmlns:a16="http://schemas.microsoft.com/office/drawing/2014/main" id="{C1DF2A61-F95E-FEB9-CDE2-A9840D633084}"/>
              </a:ext>
            </a:extLst>
          </p:cNvPr>
          <p:cNvSpPr/>
          <p:nvPr/>
        </p:nvSpPr>
        <p:spPr>
          <a:xfrm rot="5400000">
            <a:off x="10000774" y="5710111"/>
            <a:ext cx="324537" cy="372419"/>
          </a:xfrm>
          <a:prstGeom prst="roundRect">
            <a:avLst>
              <a:gd name="adj" fmla="val 499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custDataLst>
      <p:tags r:id="rId1"/>
    </p:custDataLst>
    <p:extLst>
      <p:ext uri="{BB962C8B-B14F-4D97-AF65-F5344CB8AC3E}">
        <p14:creationId xmlns:p14="http://schemas.microsoft.com/office/powerpoint/2010/main" val="582226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EF7A9-F400-DF98-A16D-08FCB3918D1A}"/>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8EA77BE8-BC49-DADC-12FE-FDE88CB08081}"/>
              </a:ext>
            </a:extLst>
          </p:cNvPr>
          <p:cNvSpPr>
            <a:spLocks noGrp="1"/>
          </p:cNvSpPr>
          <p:nvPr>
            <p:ph type="title"/>
            <p:custDataLst>
              <p:tags r:id="rId2"/>
            </p:custDataLst>
          </p:nvPr>
        </p:nvSpPr>
        <p:spPr>
          <a:xfrm>
            <a:off x="495300" y="661988"/>
            <a:ext cx="11201400" cy="736600"/>
          </a:xfrm>
        </p:spPr>
        <p:txBody>
          <a:bodyPr>
            <a:normAutofit/>
          </a:bodyPr>
          <a:lstStyle/>
          <a:p>
            <a:r>
              <a:rPr lang="en-US" noProof="1"/>
              <a:t>Ziua 5: Vizită la Castelul și Orașul Cēsis</a:t>
            </a:r>
          </a:p>
        </p:txBody>
      </p:sp>
      <p:sp>
        <p:nvSpPr>
          <p:cNvPr id="10" name="Content Placeholder 9">
            <a:extLst>
              <a:ext uri="{FF2B5EF4-FFF2-40B4-BE49-F238E27FC236}">
                <a16:creationId xmlns:a16="http://schemas.microsoft.com/office/drawing/2014/main" id="{0DACC41E-42B4-A77B-437B-754284DB09C9}"/>
              </a:ext>
            </a:extLst>
          </p:cNvPr>
          <p:cNvSpPr>
            <a:spLocks noGrp="1"/>
          </p:cNvSpPr>
          <p:nvPr>
            <p:ph sz="half" idx="14"/>
            <p:custDataLst>
              <p:tags r:id="rId3"/>
            </p:custDataLst>
          </p:nvPr>
        </p:nvSpPr>
        <p:spPr>
          <a:xfrm>
            <a:off x="3776870" y="1719468"/>
            <a:ext cx="7919830" cy="1371600"/>
          </a:xfrm>
        </p:spPr>
        <p:txBody>
          <a:bodyPr tIns="45720" anchor="t">
            <a:normAutofit/>
          </a:bodyPr>
          <a:lstStyle/>
          <a:p>
            <a:r>
              <a:rPr lang="en-US" noProof="1"/>
              <a:t>Castelul Cēsis este o fortăreață bine păstrată din secolul al XIII-lea. Am explorat tunelurile luminate cu lumânări și am urcat în turn pentru priveliști minunate asupra pădurilor și orașului.</a:t>
            </a:r>
          </a:p>
        </p:txBody>
      </p:sp>
      <p:sp>
        <p:nvSpPr>
          <p:cNvPr id="11" name="Content Placeholder 10">
            <a:extLst>
              <a:ext uri="{FF2B5EF4-FFF2-40B4-BE49-F238E27FC236}">
                <a16:creationId xmlns:a16="http://schemas.microsoft.com/office/drawing/2014/main" id="{7CCF36F6-1B21-EF2E-4D34-A3566209FF5A}"/>
              </a:ext>
            </a:extLst>
          </p:cNvPr>
          <p:cNvSpPr>
            <a:spLocks noGrp="1"/>
          </p:cNvSpPr>
          <p:nvPr>
            <p:ph sz="half" idx="15"/>
            <p:custDataLst>
              <p:tags r:id="rId4"/>
            </p:custDataLst>
          </p:nvPr>
        </p:nvSpPr>
        <p:spPr>
          <a:xfrm>
            <a:off x="3776870" y="3319668"/>
            <a:ext cx="7919830" cy="1371600"/>
          </a:xfrm>
        </p:spPr>
        <p:txBody>
          <a:bodyPr tIns="45720" anchor="t">
            <a:normAutofit/>
          </a:bodyPr>
          <a:lstStyle/>
          <a:p>
            <a:r>
              <a:rPr lang="en-US" noProof="1"/>
              <a:t>Orașul Cēsis este mic și pitoresc, cu o atmosferă liniștită. Am vizitat biserica locală și am savurat o cafea la una dintre cafenelele cochete din centrul vechi.</a:t>
            </a:r>
          </a:p>
        </p:txBody>
      </p:sp>
      <p:sp>
        <p:nvSpPr>
          <p:cNvPr id="12" name="Content Placeholder 11">
            <a:extLst>
              <a:ext uri="{FF2B5EF4-FFF2-40B4-BE49-F238E27FC236}">
                <a16:creationId xmlns:a16="http://schemas.microsoft.com/office/drawing/2014/main" id="{E8526B6C-7BBB-525F-5C1C-0AE37F5A671F}"/>
              </a:ext>
            </a:extLst>
          </p:cNvPr>
          <p:cNvSpPr>
            <a:spLocks noGrp="1"/>
          </p:cNvSpPr>
          <p:nvPr>
            <p:ph sz="half" idx="16"/>
            <p:custDataLst>
              <p:tags r:id="rId5"/>
            </p:custDataLst>
          </p:nvPr>
        </p:nvSpPr>
        <p:spPr>
          <a:xfrm>
            <a:off x="3776870" y="4919868"/>
            <a:ext cx="7919830" cy="1371600"/>
          </a:xfrm>
        </p:spPr>
        <p:txBody>
          <a:bodyPr tIns="45720" anchor="t">
            <a:normAutofit/>
          </a:bodyPr>
          <a:lstStyle/>
          <a:p>
            <a:r>
              <a:rPr lang="en-US" noProof="1"/>
              <a:t>Am gustat specialități locale precum pește afumat și pâine de secară. Cēsis este unul dintre cele mai vechi orașe din Letonia, cu o istorie ce datează din secolul al XIII-lea.</a:t>
            </a:r>
          </a:p>
        </p:txBody>
      </p:sp>
      <p:sp>
        <p:nvSpPr>
          <p:cNvPr id="14" name="Text Placeholder 13">
            <a:extLst>
              <a:ext uri="{FF2B5EF4-FFF2-40B4-BE49-F238E27FC236}">
                <a16:creationId xmlns:a16="http://schemas.microsoft.com/office/drawing/2014/main" id="{C7E4E87B-3F59-F5D8-B49A-1ED8A48540B7}"/>
              </a:ext>
            </a:extLst>
          </p:cNvPr>
          <p:cNvSpPr>
            <a:spLocks noGrp="1"/>
          </p:cNvSpPr>
          <p:nvPr>
            <p:ph type="body" idx="17"/>
            <p:custDataLst>
              <p:tags r:id="rId6"/>
            </p:custDataLst>
          </p:nvPr>
        </p:nvSpPr>
        <p:spPr>
          <a:xfrm>
            <a:off x="495299" y="1719468"/>
            <a:ext cx="3056283" cy="1371600"/>
          </a:xfrm>
        </p:spPr>
        <p:txBody>
          <a:bodyPr vert="horz" lIns="0" tIns="45720" rIns="91440" bIns="45720" rtlCol="0" anchor="t">
            <a:noAutofit/>
          </a:bodyPr>
          <a:lstStyle/>
          <a:p>
            <a:r>
              <a:rPr lang="en-US" sz="1800" noProof="1"/>
              <a:t>Explorarea Castelului Cēsis</a:t>
            </a:r>
          </a:p>
        </p:txBody>
      </p:sp>
      <p:sp>
        <p:nvSpPr>
          <p:cNvPr id="15" name="Text Placeholder 14">
            <a:extLst>
              <a:ext uri="{FF2B5EF4-FFF2-40B4-BE49-F238E27FC236}">
                <a16:creationId xmlns:a16="http://schemas.microsoft.com/office/drawing/2014/main" id="{1C8C3F86-A050-91BF-3341-BBF7BC14876A}"/>
              </a:ext>
            </a:extLst>
          </p:cNvPr>
          <p:cNvSpPr>
            <a:spLocks noGrp="1"/>
          </p:cNvSpPr>
          <p:nvPr>
            <p:ph type="body" idx="18"/>
            <p:custDataLst>
              <p:tags r:id="rId7"/>
            </p:custDataLst>
          </p:nvPr>
        </p:nvSpPr>
        <p:spPr>
          <a:xfrm>
            <a:off x="495299" y="3318081"/>
            <a:ext cx="3056283" cy="1371600"/>
          </a:xfrm>
        </p:spPr>
        <p:txBody>
          <a:bodyPr vert="horz" lIns="0" tIns="45720" rIns="91440" bIns="45720" rtlCol="0" anchor="t">
            <a:noAutofit/>
          </a:bodyPr>
          <a:lstStyle/>
          <a:p>
            <a:r>
              <a:rPr lang="en-US" sz="1800" noProof="1"/>
              <a:t>Plimbare prin Orașul Vechi</a:t>
            </a:r>
          </a:p>
        </p:txBody>
      </p:sp>
      <p:sp>
        <p:nvSpPr>
          <p:cNvPr id="2" name="Text Placeholder 1">
            <a:extLst>
              <a:ext uri="{FF2B5EF4-FFF2-40B4-BE49-F238E27FC236}">
                <a16:creationId xmlns:a16="http://schemas.microsoft.com/office/drawing/2014/main" id="{FE15CF35-5A8F-2AFE-9743-71320CE6494A}"/>
              </a:ext>
            </a:extLst>
          </p:cNvPr>
          <p:cNvSpPr>
            <a:spLocks noGrp="1"/>
          </p:cNvSpPr>
          <p:nvPr>
            <p:ph type="body" idx="19"/>
            <p:custDataLst>
              <p:tags r:id="rId8"/>
            </p:custDataLst>
          </p:nvPr>
        </p:nvSpPr>
        <p:spPr>
          <a:xfrm>
            <a:off x="495299" y="4916693"/>
            <a:ext cx="3056283" cy="1371600"/>
          </a:xfrm>
        </p:spPr>
        <p:txBody>
          <a:bodyPr vert="horz" lIns="0" tIns="45720" rIns="91440" bIns="45720" rtlCol="0" anchor="t">
            <a:noAutofit/>
          </a:bodyPr>
          <a:lstStyle/>
          <a:p>
            <a:r>
              <a:rPr lang="en-US" sz="1800" noProof="1"/>
              <a:t>Mâncare și Curiozități Locale</a:t>
            </a:r>
          </a:p>
        </p:txBody>
      </p:sp>
      <p:sp>
        <p:nvSpPr>
          <p:cNvPr id="13" name="Text Placeholder 12">
            <a:extLst>
              <a:ext uri="{FF2B5EF4-FFF2-40B4-BE49-F238E27FC236}">
                <a16:creationId xmlns:a16="http://schemas.microsoft.com/office/drawing/2014/main" id="{C058451E-3ED3-DCBB-3F0A-C4C3E9495BAE}"/>
              </a:ext>
            </a:extLst>
          </p:cNvPr>
          <p:cNvSpPr>
            <a:spLocks noGrp="1"/>
          </p:cNvSpPr>
          <p:nvPr>
            <p:ph type="body" sz="quarter" idx="13"/>
            <p:custDataLst>
              <p:tags r:id="rId9"/>
            </p:custDataLst>
          </p:nvPr>
        </p:nvSpPr>
        <p:spPr>
          <a:xfrm>
            <a:off x="495300" y="203200"/>
            <a:ext cx="3848100" cy="419100"/>
          </a:xfrm>
        </p:spPr>
        <p:txBody>
          <a:bodyPr>
            <a:normAutofit/>
          </a:bodyPr>
          <a:lstStyle/>
          <a:p>
            <a:r>
              <a:rPr lang="en-US" noProof="1"/>
              <a:t>Ziua 5</a:t>
            </a:r>
          </a:p>
        </p:txBody>
      </p:sp>
    </p:spTree>
    <p:custDataLst>
      <p:tags r:id="rId1"/>
    </p:custDataLst>
    <p:extLst>
      <p:ext uri="{BB962C8B-B14F-4D97-AF65-F5344CB8AC3E}">
        <p14:creationId xmlns:p14="http://schemas.microsoft.com/office/powerpoint/2010/main" val="1479500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CD3CA-FAD9-6501-1A0A-2CFE1CFA648A}"/>
            </a:ext>
          </a:extLst>
        </p:cNvPr>
        <p:cNvGrpSpPr/>
        <p:nvPr/>
      </p:nvGrpSpPr>
      <p:grpSpPr>
        <a:xfrm>
          <a:off x="0" y="0"/>
          <a:ext cx="0" cy="0"/>
          <a:chOff x="0" y="0"/>
          <a:chExt cx="0" cy="0"/>
        </a:xfrm>
      </p:grpSpPr>
      <p:pic>
        <p:nvPicPr>
          <p:cNvPr id="9" name="Google Shape;504;p66">
            <a:extLst>
              <a:ext uri="{FF2B5EF4-FFF2-40B4-BE49-F238E27FC236}">
                <a16:creationId xmlns:a16="http://schemas.microsoft.com/office/drawing/2014/main" id="{85440108-2306-698A-082D-00EAC3252A24}"/>
              </a:ext>
            </a:extLst>
          </p:cNvPr>
          <p:cNvPicPr preferRelativeResize="0">
            <a:picLocks/>
          </p:cNvPicPr>
          <p:nvPr>
            <p:custDataLst>
              <p:tags r:id="rId2"/>
            </p:custDataLst>
          </p:nvPr>
        </p:nvPicPr>
        <p:blipFill>
          <a:blip r:embed="rId11">
            <a:extLst>
              <a:ext uri="{28A0092B-C50C-407E-A947-70E740481C1C}">
                <a14:useLocalDpi xmlns:a14="http://schemas.microsoft.com/office/drawing/2010/main" val="0"/>
              </a:ext>
            </a:extLst>
          </a:blip>
          <a:srcRect l="19392" r="19392"/>
          <a:stretch/>
        </p:blipFill>
        <p:spPr>
          <a:xfrm>
            <a:off x="495299" y="1767808"/>
            <a:ext cx="2210569" cy="2213251"/>
          </a:xfrm>
          <a:prstGeom prst="roundRect">
            <a:avLst>
              <a:gd name="adj" fmla="val 10353"/>
            </a:avLst>
          </a:prstGeom>
          <a:ln w="12700">
            <a:solidFill>
              <a:schemeClr val="tx1"/>
            </a:solidFill>
          </a:ln>
        </p:spPr>
      </p:pic>
      <p:pic>
        <p:nvPicPr>
          <p:cNvPr id="10" name="Google Shape;505;p66">
            <a:extLst>
              <a:ext uri="{FF2B5EF4-FFF2-40B4-BE49-F238E27FC236}">
                <a16:creationId xmlns:a16="http://schemas.microsoft.com/office/drawing/2014/main" id="{085002FD-59BF-2B47-74AC-E2538EF856E8}"/>
              </a:ext>
            </a:extLst>
          </p:cNvPr>
          <p:cNvPicPr preferRelativeResize="0">
            <a:picLocks/>
          </p:cNvPicPr>
          <p:nvPr>
            <p:custDataLst>
              <p:tags r:id="rId3"/>
            </p:custDataLst>
          </p:nvPr>
        </p:nvPicPr>
        <p:blipFill>
          <a:blip r:embed="rId12">
            <a:extLst>
              <a:ext uri="{28A0092B-C50C-407E-A947-70E740481C1C}">
                <a14:useLocalDpi xmlns:a14="http://schemas.microsoft.com/office/drawing/2010/main" val="0"/>
              </a:ext>
            </a:extLst>
          </a:blip>
          <a:srcRect t="12455" b="12455"/>
          <a:stretch/>
        </p:blipFill>
        <p:spPr>
          <a:xfrm>
            <a:off x="495299" y="4093265"/>
            <a:ext cx="2210569" cy="2213251"/>
          </a:xfrm>
          <a:prstGeom prst="roundRect">
            <a:avLst>
              <a:gd name="adj" fmla="val 10353"/>
            </a:avLst>
          </a:prstGeom>
          <a:ln w="12700">
            <a:solidFill>
              <a:schemeClr val="tx1"/>
            </a:solidFill>
          </a:ln>
        </p:spPr>
      </p:pic>
      <p:sp>
        <p:nvSpPr>
          <p:cNvPr id="4" name="Title 3">
            <a:extLst>
              <a:ext uri="{FF2B5EF4-FFF2-40B4-BE49-F238E27FC236}">
                <a16:creationId xmlns:a16="http://schemas.microsoft.com/office/drawing/2014/main" id="{0FF64375-C015-92D4-2C9D-2E200DABB06C}"/>
              </a:ext>
            </a:extLst>
          </p:cNvPr>
          <p:cNvSpPr>
            <a:spLocks noGrp="1"/>
          </p:cNvSpPr>
          <p:nvPr>
            <p:ph type="title"/>
            <p:custDataLst>
              <p:tags r:id="rId4"/>
            </p:custDataLst>
          </p:nvPr>
        </p:nvSpPr>
        <p:spPr>
          <a:xfrm>
            <a:off x="495300" y="661987"/>
            <a:ext cx="11201400" cy="736600"/>
          </a:xfrm>
        </p:spPr>
        <p:txBody>
          <a:bodyPr>
            <a:normAutofit/>
          </a:bodyPr>
          <a:lstStyle/>
          <a:p>
            <a:r>
              <a:rPr lang="en-US" noProof="1"/>
              <a:t>Ziua 6: Relaxare pe Plaja din Jūrmala</a:t>
            </a:r>
          </a:p>
        </p:txBody>
      </p:sp>
      <p:sp>
        <p:nvSpPr>
          <p:cNvPr id="3" name="Content Placeholder 2">
            <a:extLst>
              <a:ext uri="{FF2B5EF4-FFF2-40B4-BE49-F238E27FC236}">
                <a16:creationId xmlns:a16="http://schemas.microsoft.com/office/drawing/2014/main" id="{070C9139-996C-8DC4-2DD5-0FE9CC7FA6BF}"/>
              </a:ext>
            </a:extLst>
          </p:cNvPr>
          <p:cNvSpPr>
            <a:spLocks noGrp="1"/>
          </p:cNvSpPr>
          <p:nvPr>
            <p:ph sz="half" idx="14"/>
            <p:custDataLst>
              <p:tags r:id="rId5"/>
            </p:custDataLst>
          </p:nvPr>
        </p:nvSpPr>
        <p:spPr>
          <a:xfrm>
            <a:off x="5633265" y="1767808"/>
            <a:ext cx="6046671" cy="2194560"/>
          </a:xfrm>
        </p:spPr>
        <p:txBody>
          <a:bodyPr tIns="0" anchor="t">
            <a:normAutofit/>
          </a:bodyPr>
          <a:lstStyle/>
          <a:p>
            <a:pPr>
              <a:lnSpc>
                <a:spcPct val="100000"/>
              </a:lnSpc>
            </a:pPr>
            <a:r>
              <a:rPr lang="en-US" sz="1600" noProof="1"/>
              <a:t>Am petrecut ziua relaxându-mă pe plaja cu nisip alb din Jūrmala, admirând marea Baltică. Am vizitat și parcul forestier Dzintari, unde am mers pe cărări liniștite și am asistat la un concert în amfiteatrul în aer liber.</a:t>
            </a:r>
          </a:p>
        </p:txBody>
      </p:sp>
      <p:sp>
        <p:nvSpPr>
          <p:cNvPr id="8" name="Content Placeholder 7">
            <a:extLst>
              <a:ext uri="{FF2B5EF4-FFF2-40B4-BE49-F238E27FC236}">
                <a16:creationId xmlns:a16="http://schemas.microsoft.com/office/drawing/2014/main" id="{A0FEBB78-05E7-6068-C6AC-766AD366A9F1}"/>
              </a:ext>
            </a:extLst>
          </p:cNvPr>
          <p:cNvSpPr>
            <a:spLocks noGrp="1"/>
          </p:cNvSpPr>
          <p:nvPr>
            <p:ph sz="half" idx="15"/>
            <p:custDataLst>
              <p:tags r:id="rId6"/>
            </p:custDataLst>
          </p:nvPr>
        </p:nvSpPr>
        <p:spPr>
          <a:xfrm>
            <a:off x="5633265" y="4093265"/>
            <a:ext cx="6046671" cy="2194560"/>
          </a:xfrm>
        </p:spPr>
        <p:txBody>
          <a:bodyPr tIns="0" anchor="t">
            <a:normAutofit/>
          </a:bodyPr>
          <a:lstStyle/>
          <a:p>
            <a:pPr>
              <a:lnSpc>
                <a:spcPct val="100000"/>
              </a:lnSpc>
            </a:pPr>
            <a:r>
              <a:rPr lang="en-US" sz="1600" noProof="1"/>
              <a:t>Seara am luat masa la un restaurant pe malul mării, încercând pește proaspăt și alte specialități locale. Jūrmala este renumită pentru vilele sale din lemn, care adaugă farmec zonei și arată tradiția arhitecturală a locului.</a:t>
            </a:r>
          </a:p>
        </p:txBody>
      </p:sp>
      <p:sp>
        <p:nvSpPr>
          <p:cNvPr id="7" name="Text Placeholder 6">
            <a:extLst>
              <a:ext uri="{FF2B5EF4-FFF2-40B4-BE49-F238E27FC236}">
                <a16:creationId xmlns:a16="http://schemas.microsoft.com/office/drawing/2014/main" id="{97CACE31-2AE6-4996-035E-8E2C84E79B83}"/>
              </a:ext>
            </a:extLst>
          </p:cNvPr>
          <p:cNvSpPr>
            <a:spLocks noGrp="1"/>
          </p:cNvSpPr>
          <p:nvPr>
            <p:ph type="body" idx="17"/>
            <p:custDataLst>
              <p:tags r:id="rId7"/>
            </p:custDataLst>
          </p:nvPr>
        </p:nvSpPr>
        <p:spPr>
          <a:xfrm>
            <a:off x="2861190" y="1767808"/>
            <a:ext cx="2616754" cy="2194560"/>
          </a:xfrm>
        </p:spPr>
        <p:txBody>
          <a:bodyPr vert="horz" lIns="0" tIns="45720" rIns="91440" bIns="45720" rtlCol="0" anchor="t">
            <a:normAutofit/>
          </a:bodyPr>
          <a:lstStyle/>
          <a:p>
            <a:r>
              <a:rPr lang="en-US" sz="1800" b="0" noProof="1"/>
              <a:t>Zi de plajă și natură</a:t>
            </a:r>
          </a:p>
        </p:txBody>
      </p:sp>
      <p:sp>
        <p:nvSpPr>
          <p:cNvPr id="5" name="Text Placeholder 4">
            <a:extLst>
              <a:ext uri="{FF2B5EF4-FFF2-40B4-BE49-F238E27FC236}">
                <a16:creationId xmlns:a16="http://schemas.microsoft.com/office/drawing/2014/main" id="{B1D69877-7A05-8D55-E6EC-4870565D3487}"/>
              </a:ext>
            </a:extLst>
          </p:cNvPr>
          <p:cNvSpPr>
            <a:spLocks noGrp="1"/>
          </p:cNvSpPr>
          <p:nvPr>
            <p:ph type="body" idx="18"/>
            <p:custDataLst>
              <p:tags r:id="rId8"/>
            </p:custDataLst>
          </p:nvPr>
        </p:nvSpPr>
        <p:spPr>
          <a:xfrm>
            <a:off x="2877954" y="4093265"/>
            <a:ext cx="2616754" cy="2194560"/>
          </a:xfrm>
        </p:spPr>
        <p:txBody>
          <a:bodyPr vert="horz" lIns="0" tIns="45720" rIns="91440" bIns="45720" rtlCol="0" anchor="t">
            <a:normAutofit/>
          </a:bodyPr>
          <a:lstStyle/>
          <a:p>
            <a:r>
              <a:rPr lang="en-US" sz="1800" b="0" noProof="1"/>
              <a:t>Gusturi locale și tradiții</a:t>
            </a:r>
          </a:p>
        </p:txBody>
      </p:sp>
      <p:sp>
        <p:nvSpPr>
          <p:cNvPr id="16" name="Text Placeholder 8">
            <a:extLst>
              <a:ext uri="{FF2B5EF4-FFF2-40B4-BE49-F238E27FC236}">
                <a16:creationId xmlns:a16="http://schemas.microsoft.com/office/drawing/2014/main" id="{6DCF32E7-073A-459E-C5EF-33B17FADE6C5}"/>
              </a:ext>
            </a:extLst>
          </p:cNvPr>
          <p:cNvSpPr>
            <a:spLocks noGrp="1"/>
          </p:cNvSpPr>
          <p:nvPr>
            <p:ph type="body" sz="quarter" idx="13"/>
            <p:custDataLst>
              <p:tags r:id="rId9"/>
            </p:custDataLst>
          </p:nvPr>
        </p:nvSpPr>
        <p:spPr>
          <a:xfrm>
            <a:off x="495300" y="203200"/>
            <a:ext cx="3848100" cy="419100"/>
          </a:xfrm>
        </p:spPr>
        <p:txBody>
          <a:bodyPr>
            <a:normAutofit/>
          </a:bodyPr>
          <a:lstStyle/>
          <a:p>
            <a:r>
              <a:rPr lang="en-US" noProof="1"/>
              <a:t>Ziua 16</a:t>
            </a:r>
          </a:p>
        </p:txBody>
      </p:sp>
    </p:spTree>
    <p:custDataLst>
      <p:tags r:id="rId1"/>
    </p:custDataLst>
    <p:extLst>
      <p:ext uri="{BB962C8B-B14F-4D97-AF65-F5344CB8AC3E}">
        <p14:creationId xmlns:p14="http://schemas.microsoft.com/office/powerpoint/2010/main" val="949968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89B35-574C-7A83-DD54-C14CADCA4CF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29F5CA94-43A1-8DA2-B29F-070064D28B49}"/>
              </a:ext>
            </a:extLst>
          </p:cNvPr>
          <p:cNvSpPr>
            <a:spLocks noGrp="1"/>
          </p:cNvSpPr>
          <p:nvPr>
            <p:ph type="title"/>
            <p:custDataLst>
              <p:tags r:id="rId2"/>
            </p:custDataLst>
          </p:nvPr>
        </p:nvSpPr>
        <p:spPr>
          <a:xfrm>
            <a:off x="495300" y="661987"/>
            <a:ext cx="11201400" cy="736600"/>
          </a:xfrm>
        </p:spPr>
        <p:txBody>
          <a:bodyPr>
            <a:normAutofit/>
          </a:bodyPr>
          <a:lstStyle/>
          <a:p>
            <a:r>
              <a:rPr lang="en-US" noProof="1"/>
              <a:t>Ziua 7: Întoarcerea în Riga și Plecarea</a:t>
            </a:r>
          </a:p>
        </p:txBody>
      </p:sp>
      <p:sp>
        <p:nvSpPr>
          <p:cNvPr id="10" name="Content Placeholder 9">
            <a:extLst>
              <a:ext uri="{FF2B5EF4-FFF2-40B4-BE49-F238E27FC236}">
                <a16:creationId xmlns:a16="http://schemas.microsoft.com/office/drawing/2014/main" id="{B52F545A-055F-C90F-616B-2A837E8BEE62}"/>
              </a:ext>
            </a:extLst>
          </p:cNvPr>
          <p:cNvSpPr>
            <a:spLocks noGrp="1"/>
          </p:cNvSpPr>
          <p:nvPr>
            <p:ph sz="half" idx="1"/>
            <p:custDataLst>
              <p:tags r:id="rId3"/>
            </p:custDataLst>
          </p:nvPr>
        </p:nvSpPr>
        <p:spPr>
          <a:xfrm>
            <a:off x="495300" y="3200400"/>
            <a:ext cx="3565525" cy="3071132"/>
          </a:xfrm>
        </p:spPr>
        <p:txBody>
          <a:bodyPr lIns="0">
            <a:normAutofit/>
          </a:bodyPr>
          <a:lstStyle/>
          <a:p>
            <a:pPr marL="11113" indent="0">
              <a:lnSpc>
                <a:spcPct val="114000"/>
              </a:lnSpc>
              <a:buNone/>
            </a:pPr>
            <a:r>
              <a:rPr lang="en-US" sz="1600" noProof="1"/>
              <a:t>Am vizitat cartierul Kalnciema, unde am admirat arhitectura din lemn și am descoperit piețele locale pline de viață cu produse artizanale și suveniruri.</a:t>
            </a:r>
          </a:p>
        </p:txBody>
      </p:sp>
      <p:sp>
        <p:nvSpPr>
          <p:cNvPr id="11" name="Content Placeholder 10">
            <a:extLst>
              <a:ext uri="{FF2B5EF4-FFF2-40B4-BE49-F238E27FC236}">
                <a16:creationId xmlns:a16="http://schemas.microsoft.com/office/drawing/2014/main" id="{BC109F24-34E2-7BA5-F942-B8DB10202E47}"/>
              </a:ext>
            </a:extLst>
          </p:cNvPr>
          <p:cNvSpPr>
            <a:spLocks noGrp="1"/>
          </p:cNvSpPr>
          <p:nvPr>
            <p:ph sz="half" idx="2"/>
            <p:custDataLst>
              <p:tags r:id="rId4"/>
            </p:custDataLst>
          </p:nvPr>
        </p:nvSpPr>
        <p:spPr>
          <a:xfrm>
            <a:off x="4324350" y="3209925"/>
            <a:ext cx="3565525" cy="3071132"/>
          </a:xfrm>
        </p:spPr>
        <p:txBody>
          <a:bodyPr lIns="0">
            <a:normAutofit/>
          </a:bodyPr>
          <a:lstStyle/>
          <a:p>
            <a:pPr marL="11113" indent="0">
              <a:lnSpc>
                <a:spcPct val="114000"/>
              </a:lnSpc>
              <a:buNone/>
            </a:pPr>
            <a:r>
              <a:rPr lang="en-US" sz="1600" noProof="1"/>
              <a:t>Am cumpărat cadouri și suveniruri pentru prieteni și familie, găsind obiecte unice care reflectă cultura și tradițiile Letoniei.</a:t>
            </a:r>
          </a:p>
        </p:txBody>
      </p:sp>
      <p:sp>
        <p:nvSpPr>
          <p:cNvPr id="12" name="Content Placeholder 11">
            <a:extLst>
              <a:ext uri="{FF2B5EF4-FFF2-40B4-BE49-F238E27FC236}">
                <a16:creationId xmlns:a16="http://schemas.microsoft.com/office/drawing/2014/main" id="{618F533E-6B5A-D363-CBCD-A6ED11F18D73}"/>
              </a:ext>
            </a:extLst>
          </p:cNvPr>
          <p:cNvSpPr>
            <a:spLocks noGrp="1"/>
          </p:cNvSpPr>
          <p:nvPr>
            <p:ph sz="half" idx="13"/>
            <p:custDataLst>
              <p:tags r:id="rId5"/>
            </p:custDataLst>
          </p:nvPr>
        </p:nvSpPr>
        <p:spPr>
          <a:xfrm>
            <a:off x="8153400" y="3209925"/>
            <a:ext cx="3565525" cy="3071132"/>
          </a:xfrm>
        </p:spPr>
        <p:txBody>
          <a:bodyPr lIns="0">
            <a:normAutofit/>
          </a:bodyPr>
          <a:lstStyle/>
          <a:p>
            <a:pPr marL="11113" indent="0">
              <a:lnSpc>
                <a:spcPct val="114000"/>
              </a:lnSpc>
              <a:buNone/>
            </a:pPr>
            <a:r>
              <a:rPr lang="en-US" sz="1600" noProof="1"/>
              <a:t>Am savurat o cină tradițională la o cafenea locală, gustând deserturi letone precum budinca de pâine de secară, încheind astfel o săptămână minunată.</a:t>
            </a:r>
          </a:p>
        </p:txBody>
      </p:sp>
      <p:sp>
        <p:nvSpPr>
          <p:cNvPr id="13" name="Text Placeholder 12">
            <a:extLst>
              <a:ext uri="{FF2B5EF4-FFF2-40B4-BE49-F238E27FC236}">
                <a16:creationId xmlns:a16="http://schemas.microsoft.com/office/drawing/2014/main" id="{6C6873FE-2447-B300-F576-3ADC44E4A307}"/>
              </a:ext>
            </a:extLst>
          </p:cNvPr>
          <p:cNvSpPr>
            <a:spLocks noGrp="1"/>
          </p:cNvSpPr>
          <p:nvPr>
            <p:ph type="body" idx="14"/>
            <p:custDataLst>
              <p:tags r:id="rId6"/>
            </p:custDataLst>
          </p:nvPr>
        </p:nvSpPr>
        <p:spPr>
          <a:xfrm>
            <a:off x="495300" y="2473780"/>
            <a:ext cx="3565525" cy="703902"/>
          </a:xfrm>
        </p:spPr>
        <p:txBody>
          <a:bodyPr vert="horz" lIns="0" tIns="45720" rIns="91440" bIns="45720" rtlCol="0" anchor="t">
            <a:noAutofit/>
          </a:bodyPr>
          <a:lstStyle/>
          <a:p>
            <a:r>
              <a:rPr lang="en-US" noProof="1"/>
              <a:t>Explorare de dimineață</a:t>
            </a:r>
          </a:p>
        </p:txBody>
      </p:sp>
      <p:sp>
        <p:nvSpPr>
          <p:cNvPr id="14" name="Text Placeholder 13">
            <a:extLst>
              <a:ext uri="{FF2B5EF4-FFF2-40B4-BE49-F238E27FC236}">
                <a16:creationId xmlns:a16="http://schemas.microsoft.com/office/drawing/2014/main" id="{050BAFF5-18C3-7260-5C53-43DAA587D740}"/>
              </a:ext>
            </a:extLst>
          </p:cNvPr>
          <p:cNvSpPr>
            <a:spLocks noGrp="1"/>
          </p:cNvSpPr>
          <p:nvPr>
            <p:ph type="body" idx="15"/>
            <p:custDataLst>
              <p:tags r:id="rId7"/>
            </p:custDataLst>
          </p:nvPr>
        </p:nvSpPr>
        <p:spPr>
          <a:xfrm>
            <a:off x="4324350" y="2473780"/>
            <a:ext cx="3565525" cy="702400"/>
          </a:xfrm>
        </p:spPr>
        <p:txBody>
          <a:bodyPr vert="horz" lIns="0" tIns="45720" rIns="91440" bIns="45720" rtlCol="0" anchor="t">
            <a:noAutofit/>
          </a:bodyPr>
          <a:lstStyle/>
          <a:p>
            <a:r>
              <a:rPr lang="en-US" noProof="1"/>
              <a:t>Ultimele cumpărături</a:t>
            </a:r>
          </a:p>
        </p:txBody>
      </p:sp>
      <p:sp>
        <p:nvSpPr>
          <p:cNvPr id="15" name="Text Placeholder 14">
            <a:extLst>
              <a:ext uri="{FF2B5EF4-FFF2-40B4-BE49-F238E27FC236}">
                <a16:creationId xmlns:a16="http://schemas.microsoft.com/office/drawing/2014/main" id="{9F1ED272-F5F8-B028-E072-8E2C5D380E28}"/>
              </a:ext>
            </a:extLst>
          </p:cNvPr>
          <p:cNvSpPr>
            <a:spLocks noGrp="1"/>
          </p:cNvSpPr>
          <p:nvPr>
            <p:ph type="body" idx="16"/>
            <p:custDataLst>
              <p:tags r:id="rId8"/>
            </p:custDataLst>
          </p:nvPr>
        </p:nvSpPr>
        <p:spPr>
          <a:xfrm>
            <a:off x="8153400" y="2473780"/>
            <a:ext cx="3565525" cy="702400"/>
          </a:xfrm>
        </p:spPr>
        <p:txBody>
          <a:bodyPr vert="horz" lIns="0" tIns="45720" rIns="91440" bIns="45720" rtlCol="0" anchor="t">
            <a:noAutofit/>
          </a:bodyPr>
          <a:lstStyle/>
          <a:p>
            <a:r>
              <a:rPr lang="en-US" noProof="1"/>
              <a:t>Masa de rămas bun</a:t>
            </a:r>
          </a:p>
        </p:txBody>
      </p:sp>
      <p:sp>
        <p:nvSpPr>
          <p:cNvPr id="2" name="Text Placeholder 1">
            <a:extLst>
              <a:ext uri="{FF2B5EF4-FFF2-40B4-BE49-F238E27FC236}">
                <a16:creationId xmlns:a16="http://schemas.microsoft.com/office/drawing/2014/main" id="{B6F10D51-54AA-9996-9F4B-E67B99F1D6FC}"/>
              </a:ext>
            </a:extLst>
          </p:cNvPr>
          <p:cNvSpPr>
            <a:spLocks noGrp="1"/>
          </p:cNvSpPr>
          <p:nvPr>
            <p:ph type="body" sz="quarter" idx="17"/>
            <p:custDataLst>
              <p:tags r:id="rId9"/>
            </p:custDataLst>
          </p:nvPr>
        </p:nvSpPr>
        <p:spPr>
          <a:xfrm>
            <a:off x="495300" y="203200"/>
            <a:ext cx="3848100" cy="419100"/>
          </a:xfrm>
        </p:spPr>
        <p:txBody>
          <a:bodyPr>
            <a:normAutofit/>
          </a:bodyPr>
          <a:lstStyle/>
          <a:p>
            <a:r>
              <a:rPr lang="en-US" noProof="1"/>
              <a:t>Ziua 7</a:t>
            </a:r>
          </a:p>
        </p:txBody>
      </p:sp>
      <p:sp>
        <p:nvSpPr>
          <p:cNvPr id="3" name="Rounded Rectangle 2">
            <a:extLst>
              <a:ext uri="{FF2B5EF4-FFF2-40B4-BE49-F238E27FC236}">
                <a16:creationId xmlns:a16="http://schemas.microsoft.com/office/drawing/2014/main" id="{98E9BBCC-C551-B8C3-CB97-0524CDAF803C}"/>
              </a:ext>
            </a:extLst>
          </p:cNvPr>
          <p:cNvSpPr/>
          <p:nvPr/>
        </p:nvSpPr>
        <p:spPr>
          <a:xfrm>
            <a:off x="495300" y="1541019"/>
            <a:ext cx="636375" cy="601663"/>
          </a:xfrm>
          <a:prstGeom prst="roundRect">
            <a:avLst>
              <a:gd name="adj" fmla="val 5000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pic>
        <p:nvPicPr>
          <p:cNvPr id="4" name="Graphic 3">
            <a:extLst>
              <a:ext uri="{FF2B5EF4-FFF2-40B4-BE49-F238E27FC236}">
                <a16:creationId xmlns:a16="http://schemas.microsoft.com/office/drawing/2014/main" id="{46F5F8B9-803C-184E-08D9-86C9DBEA0AAF}"/>
              </a:ext>
            </a:extLst>
          </p:cNvPr>
          <p:cNvPicPr>
            <a:picLocks noChangeAspect="1"/>
          </p:cNvPicPr>
          <p:nvPr>
            <p:custDataLst>
              <p:tags r:id="rId10"/>
            </p:custDataLst>
          </p:nvPr>
        </p:nvPicPr>
        <p:blipFill>
          <a:blip r:embed="rId14">
            <a:extLst>
              <a:ext uri="{96DAC541-7B7A-43D3-8B79-37D633B846F1}">
                <asvg:svgBlip xmlns:asvg="http://schemas.microsoft.com/office/drawing/2016/SVG/main" r:embed="rId15"/>
              </a:ext>
            </a:extLst>
          </a:blip>
          <a:stretch>
            <a:fillRect/>
          </a:stretch>
        </p:blipFill>
        <p:spPr>
          <a:xfrm>
            <a:off x="667183" y="1695546"/>
            <a:ext cx="292608" cy="292608"/>
          </a:xfrm>
          <a:prstGeom prst="rect">
            <a:avLst/>
          </a:prstGeom>
        </p:spPr>
      </p:pic>
      <p:sp>
        <p:nvSpPr>
          <p:cNvPr id="5" name="Rounded Rectangle 4">
            <a:extLst>
              <a:ext uri="{FF2B5EF4-FFF2-40B4-BE49-F238E27FC236}">
                <a16:creationId xmlns:a16="http://schemas.microsoft.com/office/drawing/2014/main" id="{DDB6394E-F363-7A99-F487-F27884027FD3}"/>
              </a:ext>
            </a:extLst>
          </p:cNvPr>
          <p:cNvSpPr/>
          <p:nvPr/>
        </p:nvSpPr>
        <p:spPr>
          <a:xfrm>
            <a:off x="4327072" y="1541019"/>
            <a:ext cx="636375" cy="601663"/>
          </a:xfrm>
          <a:prstGeom prst="roundRect">
            <a:avLst>
              <a:gd name="adj" fmla="val 50000"/>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pic>
        <p:nvPicPr>
          <p:cNvPr id="6" name="Graphic 5">
            <a:extLst>
              <a:ext uri="{FF2B5EF4-FFF2-40B4-BE49-F238E27FC236}">
                <a16:creationId xmlns:a16="http://schemas.microsoft.com/office/drawing/2014/main" id="{D2C9EE0E-14BF-0DCF-7D65-6ED27721FBF9}"/>
              </a:ext>
            </a:extLst>
          </p:cNvPr>
          <p:cNvPicPr>
            <a:picLocks noChangeAspect="1"/>
          </p:cNvPicPr>
          <p:nvPr>
            <p:custDataLst>
              <p:tags r:id="rId11"/>
            </p:custDataLst>
          </p:nvPr>
        </p:nvPicPr>
        <p:blipFill>
          <a:blip r:embed="rId16">
            <a:extLst>
              <a:ext uri="{96DAC541-7B7A-43D3-8B79-37D633B846F1}">
                <asvg:svgBlip xmlns:asvg="http://schemas.microsoft.com/office/drawing/2016/SVG/main" r:embed="rId17"/>
              </a:ext>
            </a:extLst>
          </a:blip>
          <a:stretch>
            <a:fillRect/>
          </a:stretch>
        </p:blipFill>
        <p:spPr>
          <a:xfrm>
            <a:off x="4498955" y="1695546"/>
            <a:ext cx="292608" cy="292608"/>
          </a:xfrm>
          <a:prstGeom prst="rect">
            <a:avLst/>
          </a:prstGeom>
        </p:spPr>
      </p:pic>
      <p:sp>
        <p:nvSpPr>
          <p:cNvPr id="7" name="Rounded Rectangle 6">
            <a:extLst>
              <a:ext uri="{FF2B5EF4-FFF2-40B4-BE49-F238E27FC236}">
                <a16:creationId xmlns:a16="http://schemas.microsoft.com/office/drawing/2014/main" id="{24C172A5-5322-CD48-DB7B-41A1A1A6563A}"/>
              </a:ext>
            </a:extLst>
          </p:cNvPr>
          <p:cNvSpPr/>
          <p:nvPr/>
        </p:nvSpPr>
        <p:spPr>
          <a:xfrm>
            <a:off x="8147958" y="1541019"/>
            <a:ext cx="636375" cy="601663"/>
          </a:xfrm>
          <a:prstGeom prst="roundRect">
            <a:avLst>
              <a:gd name="adj" fmla="val 50000"/>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pic>
        <p:nvPicPr>
          <p:cNvPr id="8" name="Graphic 7">
            <a:extLst>
              <a:ext uri="{FF2B5EF4-FFF2-40B4-BE49-F238E27FC236}">
                <a16:creationId xmlns:a16="http://schemas.microsoft.com/office/drawing/2014/main" id="{317D28A7-1AB8-5F9B-6785-7E23A5F1C1E3}"/>
              </a:ext>
            </a:extLst>
          </p:cNvPr>
          <p:cNvPicPr>
            <a:picLocks noChangeAspect="1"/>
          </p:cNvPicPr>
          <p:nvPr>
            <p:custDataLst>
              <p:tags r:id="rId12"/>
            </p:custDataLst>
          </p:nvPr>
        </p:nvPicPr>
        <p:blipFill>
          <a:blip r:embed="rId18">
            <a:extLst>
              <a:ext uri="{96DAC541-7B7A-43D3-8B79-37D633B846F1}">
                <asvg:svgBlip xmlns:asvg="http://schemas.microsoft.com/office/drawing/2016/SVG/main" r:embed="rId19"/>
              </a:ext>
            </a:extLst>
          </a:blip>
          <a:stretch>
            <a:fillRect/>
          </a:stretch>
        </p:blipFill>
        <p:spPr>
          <a:xfrm>
            <a:off x="8319841" y="1695546"/>
            <a:ext cx="292608" cy="292608"/>
          </a:xfrm>
          <a:prstGeom prst="rect">
            <a:avLst/>
          </a:prstGeom>
        </p:spPr>
      </p:pic>
    </p:spTree>
    <p:custDataLst>
      <p:tags r:id="rId1"/>
    </p:custDataLst>
    <p:extLst>
      <p:ext uri="{BB962C8B-B14F-4D97-AF65-F5344CB8AC3E}">
        <p14:creationId xmlns:p14="http://schemas.microsoft.com/office/powerpoint/2010/main" val="2873703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41C47745-30E3-0B0D-736A-B4AAB0FFA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1387F-281E-DD60-0F6E-EBB0AA9BDFC5}"/>
              </a:ext>
            </a:extLst>
          </p:cNvPr>
          <p:cNvSpPr>
            <a:spLocks noGrp="1"/>
          </p:cNvSpPr>
          <p:nvPr>
            <p:ph type="title"/>
            <p:custDataLst>
              <p:tags r:id="rId2"/>
            </p:custDataLst>
          </p:nvPr>
        </p:nvSpPr>
        <p:spPr>
          <a:xfrm>
            <a:off x="512763" y="549275"/>
            <a:ext cx="5344340" cy="5851525"/>
          </a:xfrm>
          <a:noFill/>
        </p:spPr>
        <p:txBody>
          <a:bodyPr anchor="ctr">
            <a:normAutofit/>
          </a:bodyPr>
          <a:lstStyle/>
          <a:p>
            <a:pPr>
              <a:lnSpc>
                <a:spcPct val="75000"/>
              </a:lnSpc>
            </a:pPr>
            <a:r>
              <a:rPr lang="en-US" sz="4000" noProof="1"/>
              <a:t>Concluzie</a:t>
            </a:r>
          </a:p>
        </p:txBody>
      </p:sp>
      <p:sp>
        <p:nvSpPr>
          <p:cNvPr id="3" name="Content Placeholder 2">
            <a:extLst>
              <a:ext uri="{FF2B5EF4-FFF2-40B4-BE49-F238E27FC236}">
                <a16:creationId xmlns:a16="http://schemas.microsoft.com/office/drawing/2014/main" id="{FA705202-6EAC-6F81-7B5A-149CEF5A8484}"/>
              </a:ext>
            </a:extLst>
          </p:cNvPr>
          <p:cNvSpPr>
            <a:spLocks noGrp="1"/>
          </p:cNvSpPr>
          <p:nvPr>
            <p:ph idx="1"/>
            <p:custDataLst>
              <p:tags r:id="rId3"/>
            </p:custDataLst>
          </p:nvPr>
        </p:nvSpPr>
        <p:spPr>
          <a:xfrm>
            <a:off x="6334899" y="549275"/>
            <a:ext cx="5364975" cy="5851525"/>
          </a:xfrm>
        </p:spPr>
        <p:txBody>
          <a:bodyPr anchor="ctr">
            <a:normAutofit fontScale="92500" lnSpcReduction="20000"/>
          </a:bodyPr>
          <a:lstStyle/>
          <a:p>
            <a:pPr marL="11113" indent="0">
              <a:buNone/>
            </a:pPr>
            <a:r>
              <a:rPr lang="en-US" sz="2400" noProof="1"/>
              <a:t>În această săptămână petrecută în Letonia am descoperit un amestec unic de istorie medievală, natură frumoasă și tradiții vii. Am învățat despre trecutul bogat al țării prin vizitarea castelelor și muzeelor, am experimentat bucătăria locală autentică și am admirat arhitectura impresionantă a orașului Riga. Plajele liniștite și parcurile naturale mi-au oferit momente de relaxare și admirație pentru frumusețea naturală.
Această excursie m-a învățat să apreciez diversitatea culturală și peisajele variate ale Letoniei, precum și ospitalitatea călduroasă a oamenilor săi. Am acumulat amintiri frumoase care mă vor inspira să explorez și mai mult lumea în continuare.</a:t>
            </a:r>
          </a:p>
        </p:txBody>
      </p:sp>
      <p:sp>
        <p:nvSpPr>
          <p:cNvPr id="5" name="Text Placeholder 4">
            <a:extLst>
              <a:ext uri="{FF2B5EF4-FFF2-40B4-BE49-F238E27FC236}">
                <a16:creationId xmlns:a16="http://schemas.microsoft.com/office/drawing/2014/main" id="{F74880B9-B03F-3EB0-F0D9-4D4BE3C7A40C}"/>
              </a:ext>
            </a:extLst>
          </p:cNvPr>
          <p:cNvSpPr>
            <a:spLocks noGrp="1"/>
          </p:cNvSpPr>
          <p:nvPr>
            <p:ph type="body" sz="quarter" idx="4294967295"/>
            <p:custDataLst>
              <p:tags r:id="rId4"/>
            </p:custDataLst>
          </p:nvPr>
        </p:nvSpPr>
        <p:spPr>
          <a:xfrm>
            <a:off x="512064" y="246888"/>
            <a:ext cx="3848100" cy="301752"/>
          </a:xfrm>
        </p:spPr>
        <p:txBody>
          <a:bodyPr>
            <a:normAutofit fontScale="85000" lnSpcReduction="20000"/>
          </a:bodyPr>
          <a:lstStyle/>
          <a:p>
            <a:pPr marL="11113" indent="0">
              <a:buNone/>
            </a:pPr>
            <a:r>
              <a:rPr lang="en-US" noProof="1"/>
              <a:t>Concluzie</a:t>
            </a:r>
          </a:p>
        </p:txBody>
      </p:sp>
    </p:spTree>
    <p:custDataLst>
      <p:tags r:id="rId1"/>
    </p:custDataLst>
    <p:extLst>
      <p:ext uri="{BB962C8B-B14F-4D97-AF65-F5344CB8AC3E}">
        <p14:creationId xmlns:p14="http://schemas.microsoft.com/office/powerpoint/2010/main" val="19305386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TEMPLATE" val="N12Yg407RXsoVq9xjoYtXV"/>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PLUS_SLIDE_ID" val="N12Yg407RXsoVq9xjoZ5RI"/>
</p:tagLst>
</file>

<file path=ppt/tags/tag13.xml><?xml version="1.0" encoding="utf-8"?>
<p:tagLst xmlns:a="http://schemas.openxmlformats.org/drawingml/2006/main" xmlns:r="http://schemas.openxmlformats.org/officeDocument/2006/relationships" xmlns:p="http://schemas.openxmlformats.org/presentationml/2006/main">
  <p:tag name="PLUS_ID" val="presentation_title"/>
</p:tagLst>
</file>

<file path=ppt/tags/tag14.xml><?xml version="1.0" encoding="utf-8"?>
<p:tagLst xmlns:a="http://schemas.openxmlformats.org/drawingml/2006/main" xmlns:r="http://schemas.openxmlformats.org/officeDocument/2006/relationships" xmlns:p="http://schemas.openxmlformats.org/presentationml/2006/main">
  <p:tag name="PLUS_ID" val="date"/>
</p:tagLst>
</file>

<file path=ppt/tags/tag15.xml><?xml version="1.0" encoding="utf-8"?>
<p:tagLst xmlns:a="http://schemas.openxmlformats.org/drawingml/2006/main" xmlns:r="http://schemas.openxmlformats.org/officeDocument/2006/relationships" xmlns:p="http://schemas.openxmlformats.org/presentationml/2006/main">
  <p:tag name="PLUS_ID" val="presentation_title"/>
</p:tagLst>
</file>

<file path=ppt/tags/tag16.xml><?xml version="1.0" encoding="utf-8"?>
<p:tagLst xmlns:a="http://schemas.openxmlformats.org/drawingml/2006/main" xmlns:r="http://schemas.openxmlformats.org/officeDocument/2006/relationships" xmlns:p="http://schemas.openxmlformats.org/presentationml/2006/main">
  <p:tag name="PLUS_SLIDE_ID" val="N12Yg407RXsoVq9xjoqfo2"/>
</p:tagLst>
</file>

<file path=ppt/tags/tag17.xml><?xml version="1.0" encoding="utf-8"?>
<p:tagLst xmlns:a="http://schemas.openxmlformats.org/drawingml/2006/main" xmlns:r="http://schemas.openxmlformats.org/officeDocument/2006/relationships" xmlns:p="http://schemas.openxmlformats.org/presentationml/2006/main">
  <p:tag name="PLUS_ID" val="title"/>
</p:tagLst>
</file>

<file path=ppt/tags/tag18.xml><?xml version="1.0" encoding="utf-8"?>
<p:tagLst xmlns:a="http://schemas.openxmlformats.org/drawingml/2006/main" xmlns:r="http://schemas.openxmlformats.org/officeDocument/2006/relationships" xmlns:p="http://schemas.openxmlformats.org/presentationml/2006/main">
  <p:tag name="PLUS_ID" val="detail_0"/>
</p:tagLst>
</file>

<file path=ppt/tags/tag19.xml><?xml version="1.0" encoding="utf-8"?>
<p:tagLst xmlns:a="http://schemas.openxmlformats.org/drawingml/2006/main" xmlns:r="http://schemas.openxmlformats.org/officeDocument/2006/relationships" xmlns:p="http://schemas.openxmlformats.org/presentationml/2006/main">
  <p:tag name="PLUS_ID" val="detail_1"/>
</p:tagLst>
</file>

<file path=ppt/tags/tag20.xml><?xml version="1.0" encoding="utf-8"?>
<p:tagLst xmlns:a="http://schemas.openxmlformats.org/drawingml/2006/main" xmlns:r="http://schemas.openxmlformats.org/officeDocument/2006/relationships" xmlns:p="http://schemas.openxmlformats.org/presentationml/2006/main">
  <p:tag name="PLUS_ID" val="detail_2"/>
</p:tagLst>
</file>

<file path=ppt/tags/tag21.xml><?xml version="1.0" encoding="utf-8"?>
<p:tagLst xmlns:a="http://schemas.openxmlformats.org/drawingml/2006/main" xmlns:r="http://schemas.openxmlformats.org/officeDocument/2006/relationships" xmlns:p="http://schemas.openxmlformats.org/presentationml/2006/main">
  <p:tag name="PLUS_ID" val="header_0"/>
</p:tagLst>
</file>

<file path=ppt/tags/tag22.xml><?xml version="1.0" encoding="utf-8"?>
<p:tagLst xmlns:a="http://schemas.openxmlformats.org/drawingml/2006/main" xmlns:r="http://schemas.openxmlformats.org/officeDocument/2006/relationships" xmlns:p="http://schemas.openxmlformats.org/presentationml/2006/main">
  <p:tag name="PLUS_ID" val="header_1"/>
</p:tagLst>
</file>

<file path=ppt/tags/tag23.xml><?xml version="1.0" encoding="utf-8"?>
<p:tagLst xmlns:a="http://schemas.openxmlformats.org/drawingml/2006/main" xmlns:r="http://schemas.openxmlformats.org/officeDocument/2006/relationships" xmlns:p="http://schemas.openxmlformats.org/presentationml/2006/main">
  <p:tag name="PLUS_ID" val="header_2"/>
</p:tagLst>
</file>

<file path=ppt/tags/tag24.xml><?xml version="1.0" encoding="utf-8"?>
<p:tagLst xmlns:a="http://schemas.openxmlformats.org/drawingml/2006/main" xmlns:r="http://schemas.openxmlformats.org/officeDocument/2006/relationships" xmlns:p="http://schemas.openxmlformats.org/presentationml/2006/main">
  <p:tag name="PLUS_ID" val="chapter"/>
</p:tagLst>
</file>

<file path=ppt/tags/tag25.xml><?xml version="1.0" encoding="utf-8"?>
<p:tagLst xmlns:a="http://schemas.openxmlformats.org/drawingml/2006/main" xmlns:r="http://schemas.openxmlformats.org/officeDocument/2006/relationships" xmlns:p="http://schemas.openxmlformats.org/presentationml/2006/main">
  <p:tag name="PLUS_SLIDE_ID" val="nXmZO8Fk1P14FXUEQ1pBSh"/>
</p:tagLst>
</file>

<file path=ppt/tags/tag26.xml><?xml version="1.0" encoding="utf-8"?>
<p:tagLst xmlns:a="http://schemas.openxmlformats.org/drawingml/2006/main" xmlns:r="http://schemas.openxmlformats.org/officeDocument/2006/relationships" xmlns:p="http://schemas.openxmlformats.org/presentationml/2006/main">
  <p:tag name="PLUS_ID" val="image_0"/>
</p:tagLst>
</file>

<file path=ppt/tags/tag27.xml><?xml version="1.0" encoding="utf-8"?>
<p:tagLst xmlns:a="http://schemas.openxmlformats.org/drawingml/2006/main" xmlns:r="http://schemas.openxmlformats.org/officeDocument/2006/relationships" xmlns:p="http://schemas.openxmlformats.org/presentationml/2006/main">
  <p:tag name="PLUS_ID" val="image_1"/>
</p:tagLst>
</file>

<file path=ppt/tags/tag28.xml><?xml version="1.0" encoding="utf-8"?>
<p:tagLst xmlns:a="http://schemas.openxmlformats.org/drawingml/2006/main" xmlns:r="http://schemas.openxmlformats.org/officeDocument/2006/relationships" xmlns:p="http://schemas.openxmlformats.org/presentationml/2006/main">
  <p:tag name="PLUS_ID" val="title"/>
</p:tagLst>
</file>

<file path=ppt/tags/tag29.xml><?xml version="1.0" encoding="utf-8"?>
<p:tagLst xmlns:a="http://schemas.openxmlformats.org/drawingml/2006/main" xmlns:r="http://schemas.openxmlformats.org/officeDocument/2006/relationships" xmlns:p="http://schemas.openxmlformats.org/presentationml/2006/main">
  <p:tag name="PLUS_ID" val="detail_0"/>
</p:tagLst>
</file>

<file path=ppt/tags/tag30.xml><?xml version="1.0" encoding="utf-8"?>
<p:tagLst xmlns:a="http://schemas.openxmlformats.org/drawingml/2006/main" xmlns:r="http://schemas.openxmlformats.org/officeDocument/2006/relationships" xmlns:p="http://schemas.openxmlformats.org/presentationml/2006/main">
  <p:tag name="PLUS_ID" val="detail_1"/>
</p:tagLst>
</file>

<file path=ppt/tags/tag31.xml><?xml version="1.0" encoding="utf-8"?>
<p:tagLst xmlns:a="http://schemas.openxmlformats.org/drawingml/2006/main" xmlns:r="http://schemas.openxmlformats.org/officeDocument/2006/relationships" xmlns:p="http://schemas.openxmlformats.org/presentationml/2006/main">
  <p:tag name="PLUS_ID" val="header_0"/>
</p:tagLst>
</file>

<file path=ppt/tags/tag32.xml><?xml version="1.0" encoding="utf-8"?>
<p:tagLst xmlns:a="http://schemas.openxmlformats.org/drawingml/2006/main" xmlns:r="http://schemas.openxmlformats.org/officeDocument/2006/relationships" xmlns:p="http://schemas.openxmlformats.org/presentationml/2006/main">
  <p:tag name="PLUS_ID" val="header_1"/>
</p:tagLst>
</file>

<file path=ppt/tags/tag33.xml><?xml version="1.0" encoding="utf-8"?>
<p:tagLst xmlns:a="http://schemas.openxmlformats.org/drawingml/2006/main" xmlns:r="http://schemas.openxmlformats.org/officeDocument/2006/relationships" xmlns:p="http://schemas.openxmlformats.org/presentationml/2006/main">
  <p:tag name="PLUS_ID" val="chapter"/>
</p:tagLst>
</file>

<file path=ppt/tags/tag34.xml><?xml version="1.0" encoding="utf-8"?>
<p:tagLst xmlns:a="http://schemas.openxmlformats.org/drawingml/2006/main" xmlns:r="http://schemas.openxmlformats.org/officeDocument/2006/relationships" xmlns:p="http://schemas.openxmlformats.org/presentationml/2006/main">
  <p:tag name="PLUS_SLIDE_ID" val="N12Yg407RXsoVq9xjot0jh"/>
</p:tagLst>
</file>

<file path=ppt/tags/tag35.xml><?xml version="1.0" encoding="utf-8"?>
<p:tagLst xmlns:a="http://schemas.openxmlformats.org/drawingml/2006/main" xmlns:r="http://schemas.openxmlformats.org/officeDocument/2006/relationships" xmlns:p="http://schemas.openxmlformats.org/presentationml/2006/main">
  <p:tag name="PLUS_ID" val="image_0"/>
</p:tagLst>
</file>

<file path=ppt/tags/tag36.xml><?xml version="1.0" encoding="utf-8"?>
<p:tagLst xmlns:a="http://schemas.openxmlformats.org/drawingml/2006/main" xmlns:r="http://schemas.openxmlformats.org/officeDocument/2006/relationships" xmlns:p="http://schemas.openxmlformats.org/presentationml/2006/main">
  <p:tag name="PLUS_ID" val="image_1"/>
</p:tagLst>
</file>

<file path=ppt/tags/tag37.xml><?xml version="1.0" encoding="utf-8"?>
<p:tagLst xmlns:a="http://schemas.openxmlformats.org/drawingml/2006/main" xmlns:r="http://schemas.openxmlformats.org/officeDocument/2006/relationships" xmlns:p="http://schemas.openxmlformats.org/presentationml/2006/main">
  <p:tag name="PLUS_ID" val="title"/>
</p:tagLst>
</file>

<file path=ppt/tags/tag38.xml><?xml version="1.0" encoding="utf-8"?>
<p:tagLst xmlns:a="http://schemas.openxmlformats.org/drawingml/2006/main" xmlns:r="http://schemas.openxmlformats.org/officeDocument/2006/relationships" xmlns:p="http://schemas.openxmlformats.org/presentationml/2006/main">
  <p:tag name="PLUS_ID" val="detail_0"/>
</p:tagLst>
</file>

<file path=ppt/tags/tag39.xml><?xml version="1.0" encoding="utf-8"?>
<p:tagLst xmlns:a="http://schemas.openxmlformats.org/drawingml/2006/main" xmlns:r="http://schemas.openxmlformats.org/officeDocument/2006/relationships" xmlns:p="http://schemas.openxmlformats.org/presentationml/2006/main">
  <p:tag name="PLUS_ID" val="detail_1"/>
</p:tagLst>
</file>

<file path=ppt/tags/tag40.xml><?xml version="1.0" encoding="utf-8"?>
<p:tagLst xmlns:a="http://schemas.openxmlformats.org/drawingml/2006/main" xmlns:r="http://schemas.openxmlformats.org/officeDocument/2006/relationships" xmlns:p="http://schemas.openxmlformats.org/presentationml/2006/main">
  <p:tag name="PLUS_ID" val="header_0"/>
</p:tagLst>
</file>

<file path=ppt/tags/tag41.xml><?xml version="1.0" encoding="utf-8"?>
<p:tagLst xmlns:a="http://schemas.openxmlformats.org/drawingml/2006/main" xmlns:r="http://schemas.openxmlformats.org/officeDocument/2006/relationships" xmlns:p="http://schemas.openxmlformats.org/presentationml/2006/main">
  <p:tag name="PLUS_ID" val="header_1"/>
</p:tagLst>
</file>

<file path=ppt/tags/tag42.xml><?xml version="1.0" encoding="utf-8"?>
<p:tagLst xmlns:a="http://schemas.openxmlformats.org/drawingml/2006/main" xmlns:r="http://schemas.openxmlformats.org/officeDocument/2006/relationships" xmlns:p="http://schemas.openxmlformats.org/presentationml/2006/main">
  <p:tag name="PLUS_ID" val="chapter"/>
</p:tagLst>
</file>

<file path=ppt/tags/tag43.xml><?xml version="1.0" encoding="utf-8"?>
<p:tagLst xmlns:a="http://schemas.openxmlformats.org/drawingml/2006/main" xmlns:r="http://schemas.openxmlformats.org/officeDocument/2006/relationships" xmlns:p="http://schemas.openxmlformats.org/presentationml/2006/main">
  <p:tag name="PLUS_SLIDE_ID" val="wQkL7XN6S6oxB65IOxaMa5"/>
  <p:tag name="PLUS_SLIDE_PPT_ID" val="621#2873703492"/>
</p:tagLst>
</file>

<file path=ppt/tags/tag44.xml><?xml version="1.0" encoding="utf-8"?>
<p:tagLst xmlns:a="http://schemas.openxmlformats.org/drawingml/2006/main" xmlns:r="http://schemas.openxmlformats.org/officeDocument/2006/relationships" xmlns:p="http://schemas.openxmlformats.org/presentationml/2006/main">
  <p:tag name="PLUS_ID" val="title"/>
</p:tagLst>
</file>

<file path=ppt/tags/tag45.xml><?xml version="1.0" encoding="utf-8"?>
<p:tagLst xmlns:a="http://schemas.openxmlformats.org/drawingml/2006/main" xmlns:r="http://schemas.openxmlformats.org/officeDocument/2006/relationships" xmlns:p="http://schemas.openxmlformats.org/presentationml/2006/main">
  <p:tag name="PLUS_ID" val="detail_0"/>
</p:tagLst>
</file>

<file path=ppt/tags/tag46.xml><?xml version="1.0" encoding="utf-8"?>
<p:tagLst xmlns:a="http://schemas.openxmlformats.org/drawingml/2006/main" xmlns:r="http://schemas.openxmlformats.org/officeDocument/2006/relationships" xmlns:p="http://schemas.openxmlformats.org/presentationml/2006/main">
  <p:tag name="PLUS_ID" val="detail_1"/>
</p:tagLst>
</file>

<file path=ppt/tags/tag47.xml><?xml version="1.0" encoding="utf-8"?>
<p:tagLst xmlns:a="http://schemas.openxmlformats.org/drawingml/2006/main" xmlns:r="http://schemas.openxmlformats.org/officeDocument/2006/relationships" xmlns:p="http://schemas.openxmlformats.org/presentationml/2006/main">
  <p:tag name="PLUS_ID" val="detail_2"/>
</p:tagLst>
</file>

<file path=ppt/tags/tag48.xml><?xml version="1.0" encoding="utf-8"?>
<p:tagLst xmlns:a="http://schemas.openxmlformats.org/drawingml/2006/main" xmlns:r="http://schemas.openxmlformats.org/officeDocument/2006/relationships" xmlns:p="http://schemas.openxmlformats.org/presentationml/2006/main">
  <p:tag name="PLUS_ID" val="header_0"/>
</p:tagLst>
</file>

<file path=ppt/tags/tag49.xml><?xml version="1.0" encoding="utf-8"?>
<p:tagLst xmlns:a="http://schemas.openxmlformats.org/drawingml/2006/main" xmlns:r="http://schemas.openxmlformats.org/officeDocument/2006/relationships" xmlns:p="http://schemas.openxmlformats.org/presentationml/2006/main">
  <p:tag name="PLUS_ID" val="header_1"/>
</p:tagLst>
</file>

<file path=ppt/tags/tag50.xml><?xml version="1.0" encoding="utf-8"?>
<p:tagLst xmlns:a="http://schemas.openxmlformats.org/drawingml/2006/main" xmlns:r="http://schemas.openxmlformats.org/officeDocument/2006/relationships" xmlns:p="http://schemas.openxmlformats.org/presentationml/2006/main">
  <p:tag name="PLUS_ID" val="header_2"/>
</p:tagLst>
</file>

<file path=ppt/tags/tag51.xml><?xml version="1.0" encoding="utf-8"?>
<p:tagLst xmlns:a="http://schemas.openxmlformats.org/drawingml/2006/main" xmlns:r="http://schemas.openxmlformats.org/officeDocument/2006/relationships" xmlns:p="http://schemas.openxmlformats.org/presentationml/2006/main">
  <p:tag name="PLUS_ID" val="chapter"/>
</p:tagLst>
</file>

<file path=ppt/tags/tag52.xml><?xml version="1.0" encoding="utf-8"?>
<p:tagLst xmlns:a="http://schemas.openxmlformats.org/drawingml/2006/main" xmlns:r="http://schemas.openxmlformats.org/officeDocument/2006/relationships" xmlns:p="http://schemas.openxmlformats.org/presentationml/2006/main">
  <p:tag name="PLUS_ID" val="icon_0"/>
</p:tagLst>
</file>

<file path=ppt/tags/tag53.xml><?xml version="1.0" encoding="utf-8"?>
<p:tagLst xmlns:a="http://schemas.openxmlformats.org/drawingml/2006/main" xmlns:r="http://schemas.openxmlformats.org/officeDocument/2006/relationships" xmlns:p="http://schemas.openxmlformats.org/presentationml/2006/main">
  <p:tag name="PLUS_ID" val="icon_1"/>
</p:tagLst>
</file>

<file path=ppt/tags/tag54.xml><?xml version="1.0" encoding="utf-8"?>
<p:tagLst xmlns:a="http://schemas.openxmlformats.org/drawingml/2006/main" xmlns:r="http://schemas.openxmlformats.org/officeDocument/2006/relationships" xmlns:p="http://schemas.openxmlformats.org/presentationml/2006/main">
  <p:tag name="PLUS_ID" val="icon_2"/>
</p:tagLst>
</file>

<file path=ppt/tags/tag55.xml><?xml version="1.0" encoding="utf-8"?>
<p:tagLst xmlns:a="http://schemas.openxmlformats.org/drawingml/2006/main" xmlns:r="http://schemas.openxmlformats.org/officeDocument/2006/relationships" xmlns:p="http://schemas.openxmlformats.org/presentationml/2006/main">
  <p:tag name="PLUS_SLIDE_ID" val="nXmZO8Fk1P14FXUEQ1p5nP"/>
</p:tagLst>
</file>

<file path=ppt/tags/tag56.xml><?xml version="1.0" encoding="utf-8"?>
<p:tagLst xmlns:a="http://schemas.openxmlformats.org/drawingml/2006/main" xmlns:r="http://schemas.openxmlformats.org/officeDocument/2006/relationships" xmlns:p="http://schemas.openxmlformats.org/presentationml/2006/main">
  <p:tag name="PLUS_ID" val="title"/>
</p:tagLst>
</file>

<file path=ppt/tags/tag57.xml><?xml version="1.0" encoding="utf-8"?>
<p:tagLst xmlns:a="http://schemas.openxmlformats.org/drawingml/2006/main" xmlns:r="http://schemas.openxmlformats.org/officeDocument/2006/relationships" xmlns:p="http://schemas.openxmlformats.org/presentationml/2006/main">
  <p:tag name="PLUS_ID" val="header_0"/>
</p:tagLst>
</file>

<file path=ppt/tags/tag58.xml><?xml version="1.0" encoding="utf-8"?>
<p:tagLst xmlns:a="http://schemas.openxmlformats.org/drawingml/2006/main" xmlns:r="http://schemas.openxmlformats.org/officeDocument/2006/relationships" xmlns:p="http://schemas.openxmlformats.org/presentationml/2006/main">
  <p:tag name="PLUS_ID" val="detail_0"/>
</p:tagLst>
</file>

<file path=ppt/tags/tag59.xml><?xml version="1.0" encoding="utf-8"?>
<p:tagLst xmlns:a="http://schemas.openxmlformats.org/drawingml/2006/main" xmlns:r="http://schemas.openxmlformats.org/officeDocument/2006/relationships" xmlns:p="http://schemas.openxmlformats.org/presentationml/2006/main">
  <p:tag name="PLUS_ID" val="header_1"/>
</p:tagLst>
</file>

<file path=ppt/tags/tag60.xml><?xml version="1.0" encoding="utf-8"?>
<p:tagLst xmlns:a="http://schemas.openxmlformats.org/drawingml/2006/main" xmlns:r="http://schemas.openxmlformats.org/officeDocument/2006/relationships" xmlns:p="http://schemas.openxmlformats.org/presentationml/2006/main">
  <p:tag name="PLUS_ID" val="detail_1"/>
</p:tagLst>
</file>

<file path=ppt/tags/tag61.xml><?xml version="1.0" encoding="utf-8"?>
<p:tagLst xmlns:a="http://schemas.openxmlformats.org/drawingml/2006/main" xmlns:r="http://schemas.openxmlformats.org/officeDocument/2006/relationships" xmlns:p="http://schemas.openxmlformats.org/presentationml/2006/main">
  <p:tag name="PLUS_ID" val="chapter"/>
</p:tagLst>
</file>

<file path=ppt/tags/tag62.xml><?xml version="1.0" encoding="utf-8"?>
<p:tagLst xmlns:a="http://schemas.openxmlformats.org/drawingml/2006/main" xmlns:r="http://schemas.openxmlformats.org/officeDocument/2006/relationships" xmlns:p="http://schemas.openxmlformats.org/presentationml/2006/main">
  <p:tag name="PLUS_ID" val="image_0"/>
</p:tagLst>
</file>

<file path=ppt/tags/tag63.xml><?xml version="1.0" encoding="utf-8"?>
<p:tagLst xmlns:a="http://schemas.openxmlformats.org/drawingml/2006/main" xmlns:r="http://schemas.openxmlformats.org/officeDocument/2006/relationships" xmlns:p="http://schemas.openxmlformats.org/presentationml/2006/main">
  <p:tag name="PLUS_ID" val="image_1"/>
</p:tagLst>
</file>

<file path=ppt/tags/tag64.xml><?xml version="1.0" encoding="utf-8"?>
<p:tagLst xmlns:a="http://schemas.openxmlformats.org/drawingml/2006/main" xmlns:r="http://schemas.openxmlformats.org/officeDocument/2006/relationships" xmlns:p="http://schemas.openxmlformats.org/presentationml/2006/main">
  <p:tag name="PLUS_SLIDE_ID" val="nXmZO8Fk1P14FXUEQ1nx1T"/>
</p:tagLst>
</file>

<file path=ppt/tags/tag65.xml><?xml version="1.0" encoding="utf-8"?>
<p:tagLst xmlns:a="http://schemas.openxmlformats.org/drawingml/2006/main" xmlns:r="http://schemas.openxmlformats.org/officeDocument/2006/relationships" xmlns:p="http://schemas.openxmlformats.org/presentationml/2006/main">
  <p:tag name="PLUS_ID" val="title"/>
</p:tagLst>
</file>

<file path=ppt/tags/tag66.xml><?xml version="1.0" encoding="utf-8"?>
<p:tagLst xmlns:a="http://schemas.openxmlformats.org/drawingml/2006/main" xmlns:r="http://schemas.openxmlformats.org/officeDocument/2006/relationships" xmlns:p="http://schemas.openxmlformats.org/presentationml/2006/main">
  <p:tag name="PLUS_ID" val="detail_0"/>
</p:tagLst>
</file>

<file path=ppt/tags/tag67.xml><?xml version="1.0" encoding="utf-8"?>
<p:tagLst xmlns:a="http://schemas.openxmlformats.org/drawingml/2006/main" xmlns:r="http://schemas.openxmlformats.org/officeDocument/2006/relationships" xmlns:p="http://schemas.openxmlformats.org/presentationml/2006/main">
  <p:tag name="PLUS_ID" val="detail_1"/>
</p:tagLst>
</file>

<file path=ppt/tags/tag68.xml><?xml version="1.0" encoding="utf-8"?>
<p:tagLst xmlns:a="http://schemas.openxmlformats.org/drawingml/2006/main" xmlns:r="http://schemas.openxmlformats.org/officeDocument/2006/relationships" xmlns:p="http://schemas.openxmlformats.org/presentationml/2006/main">
  <p:tag name="PLUS_ID" val="detail_2"/>
</p:tagLst>
</file>

<file path=ppt/tags/tag69.xml><?xml version="1.0" encoding="utf-8"?>
<p:tagLst xmlns:a="http://schemas.openxmlformats.org/drawingml/2006/main" xmlns:r="http://schemas.openxmlformats.org/officeDocument/2006/relationships" xmlns:p="http://schemas.openxmlformats.org/presentationml/2006/main">
  <p:tag name="PLUS_ID" val="header_0"/>
</p:tagLst>
</file>

<file path=ppt/tags/tag70.xml><?xml version="1.0" encoding="utf-8"?>
<p:tagLst xmlns:a="http://schemas.openxmlformats.org/drawingml/2006/main" xmlns:r="http://schemas.openxmlformats.org/officeDocument/2006/relationships" xmlns:p="http://schemas.openxmlformats.org/presentationml/2006/main">
  <p:tag name="PLUS_ID" val="header_1"/>
</p:tagLst>
</file>

<file path=ppt/tags/tag71.xml><?xml version="1.0" encoding="utf-8"?>
<p:tagLst xmlns:a="http://schemas.openxmlformats.org/drawingml/2006/main" xmlns:r="http://schemas.openxmlformats.org/officeDocument/2006/relationships" xmlns:p="http://schemas.openxmlformats.org/presentationml/2006/main">
  <p:tag name="PLUS_ID" val="header_2"/>
</p:tagLst>
</file>

<file path=ppt/tags/tag72.xml><?xml version="1.0" encoding="utf-8"?>
<p:tagLst xmlns:a="http://schemas.openxmlformats.org/drawingml/2006/main" xmlns:r="http://schemas.openxmlformats.org/officeDocument/2006/relationships" xmlns:p="http://schemas.openxmlformats.org/presentationml/2006/main">
  <p:tag name="PLUS_ID" val="chapter"/>
</p:tagLst>
</file>

<file path=ppt/tags/tag73.xml><?xml version="1.0" encoding="utf-8"?>
<p:tagLst xmlns:a="http://schemas.openxmlformats.org/drawingml/2006/main" xmlns:r="http://schemas.openxmlformats.org/officeDocument/2006/relationships" xmlns:p="http://schemas.openxmlformats.org/presentationml/2006/main">
  <p:tag name="PLUS_SLIDE_ID" val="nXmZO8Fk1P14FXUEQ1pBSh"/>
</p:tagLst>
</file>

<file path=ppt/tags/tag74.xml><?xml version="1.0" encoding="utf-8"?>
<p:tagLst xmlns:a="http://schemas.openxmlformats.org/drawingml/2006/main" xmlns:r="http://schemas.openxmlformats.org/officeDocument/2006/relationships" xmlns:p="http://schemas.openxmlformats.org/presentationml/2006/main">
  <p:tag name="PLUS_ID" val="image_0"/>
</p:tagLst>
</file>

<file path=ppt/tags/tag75.xml><?xml version="1.0" encoding="utf-8"?>
<p:tagLst xmlns:a="http://schemas.openxmlformats.org/drawingml/2006/main" xmlns:r="http://schemas.openxmlformats.org/officeDocument/2006/relationships" xmlns:p="http://schemas.openxmlformats.org/presentationml/2006/main">
  <p:tag name="PLUS_ID" val="image_1"/>
</p:tagLst>
</file>

<file path=ppt/tags/tag76.xml><?xml version="1.0" encoding="utf-8"?>
<p:tagLst xmlns:a="http://schemas.openxmlformats.org/drawingml/2006/main" xmlns:r="http://schemas.openxmlformats.org/officeDocument/2006/relationships" xmlns:p="http://schemas.openxmlformats.org/presentationml/2006/main">
  <p:tag name="PLUS_ID" val="title"/>
</p:tagLst>
</file>

<file path=ppt/tags/tag77.xml><?xml version="1.0" encoding="utf-8"?>
<p:tagLst xmlns:a="http://schemas.openxmlformats.org/drawingml/2006/main" xmlns:r="http://schemas.openxmlformats.org/officeDocument/2006/relationships" xmlns:p="http://schemas.openxmlformats.org/presentationml/2006/main">
  <p:tag name="PLUS_ID" val="detail_0"/>
</p:tagLst>
</file>

<file path=ppt/tags/tag78.xml><?xml version="1.0" encoding="utf-8"?>
<p:tagLst xmlns:a="http://schemas.openxmlformats.org/drawingml/2006/main" xmlns:r="http://schemas.openxmlformats.org/officeDocument/2006/relationships" xmlns:p="http://schemas.openxmlformats.org/presentationml/2006/main">
  <p:tag name="PLUS_ID" val="detail_1"/>
</p:tagLst>
</file>

<file path=ppt/tags/tag79.xml><?xml version="1.0" encoding="utf-8"?>
<p:tagLst xmlns:a="http://schemas.openxmlformats.org/drawingml/2006/main" xmlns:r="http://schemas.openxmlformats.org/officeDocument/2006/relationships" xmlns:p="http://schemas.openxmlformats.org/presentationml/2006/main">
  <p:tag name="PLUS_ID" val="header_0"/>
</p:tagLst>
</file>

<file path=ppt/tags/tag80.xml><?xml version="1.0" encoding="utf-8"?>
<p:tagLst xmlns:a="http://schemas.openxmlformats.org/drawingml/2006/main" xmlns:r="http://schemas.openxmlformats.org/officeDocument/2006/relationships" xmlns:p="http://schemas.openxmlformats.org/presentationml/2006/main">
  <p:tag name="PLUS_ID" val="header_1"/>
</p:tagLst>
</file>

<file path=ppt/tags/tag81.xml><?xml version="1.0" encoding="utf-8"?>
<p:tagLst xmlns:a="http://schemas.openxmlformats.org/drawingml/2006/main" xmlns:r="http://schemas.openxmlformats.org/officeDocument/2006/relationships" xmlns:p="http://schemas.openxmlformats.org/presentationml/2006/main">
  <p:tag name="PLUS_ID" val="chapter"/>
</p:tagLst>
</file>

<file path=ppt/tags/tag82.xml><?xml version="1.0" encoding="utf-8"?>
<p:tagLst xmlns:a="http://schemas.openxmlformats.org/drawingml/2006/main" xmlns:r="http://schemas.openxmlformats.org/officeDocument/2006/relationships" xmlns:p="http://schemas.openxmlformats.org/presentationml/2006/main">
  <p:tag name="PLUS_SLIDE_ID" val="wQkL7XN6S6oxB65IOxaMa5"/>
  <p:tag name="PLUS_SLIDE_PPT_ID" val="621#2873703492"/>
</p:tagLst>
</file>

<file path=ppt/tags/tag83.xml><?xml version="1.0" encoding="utf-8"?>
<p:tagLst xmlns:a="http://schemas.openxmlformats.org/drawingml/2006/main" xmlns:r="http://schemas.openxmlformats.org/officeDocument/2006/relationships" xmlns:p="http://schemas.openxmlformats.org/presentationml/2006/main">
  <p:tag name="PLUS_ID" val="title"/>
</p:tagLst>
</file>

<file path=ppt/tags/tag84.xml><?xml version="1.0" encoding="utf-8"?>
<p:tagLst xmlns:a="http://schemas.openxmlformats.org/drawingml/2006/main" xmlns:r="http://schemas.openxmlformats.org/officeDocument/2006/relationships" xmlns:p="http://schemas.openxmlformats.org/presentationml/2006/main">
  <p:tag name="PLUS_ID" val="detail_0"/>
</p:tagLst>
</file>

<file path=ppt/tags/tag85.xml><?xml version="1.0" encoding="utf-8"?>
<p:tagLst xmlns:a="http://schemas.openxmlformats.org/drawingml/2006/main" xmlns:r="http://schemas.openxmlformats.org/officeDocument/2006/relationships" xmlns:p="http://schemas.openxmlformats.org/presentationml/2006/main">
  <p:tag name="PLUS_ID" val="detail_1"/>
</p:tagLst>
</file>

<file path=ppt/tags/tag86.xml><?xml version="1.0" encoding="utf-8"?>
<p:tagLst xmlns:a="http://schemas.openxmlformats.org/drawingml/2006/main" xmlns:r="http://schemas.openxmlformats.org/officeDocument/2006/relationships" xmlns:p="http://schemas.openxmlformats.org/presentationml/2006/main">
  <p:tag name="PLUS_ID" val="detail_2"/>
</p:tagLst>
</file>

<file path=ppt/tags/tag87.xml><?xml version="1.0" encoding="utf-8"?>
<p:tagLst xmlns:a="http://schemas.openxmlformats.org/drawingml/2006/main" xmlns:r="http://schemas.openxmlformats.org/officeDocument/2006/relationships" xmlns:p="http://schemas.openxmlformats.org/presentationml/2006/main">
  <p:tag name="PLUS_ID" val="header_0"/>
</p:tagLst>
</file>

<file path=ppt/tags/tag88.xml><?xml version="1.0" encoding="utf-8"?>
<p:tagLst xmlns:a="http://schemas.openxmlformats.org/drawingml/2006/main" xmlns:r="http://schemas.openxmlformats.org/officeDocument/2006/relationships" xmlns:p="http://schemas.openxmlformats.org/presentationml/2006/main">
  <p:tag name="PLUS_ID" val="header_1"/>
</p:tagLst>
</file>

<file path=ppt/tags/tag89.xml><?xml version="1.0" encoding="utf-8"?>
<p:tagLst xmlns:a="http://schemas.openxmlformats.org/drawingml/2006/main" xmlns:r="http://schemas.openxmlformats.org/officeDocument/2006/relationships" xmlns:p="http://schemas.openxmlformats.org/presentationml/2006/main">
  <p:tag name="PLUS_ID" val="header_2"/>
</p:tagLst>
</file>

<file path=ppt/tags/tag90.xml><?xml version="1.0" encoding="utf-8"?>
<p:tagLst xmlns:a="http://schemas.openxmlformats.org/drawingml/2006/main" xmlns:r="http://schemas.openxmlformats.org/officeDocument/2006/relationships" xmlns:p="http://schemas.openxmlformats.org/presentationml/2006/main">
  <p:tag name="PLUS_ID" val="chapter"/>
</p:tagLst>
</file>

<file path=ppt/tags/tag91.xml><?xml version="1.0" encoding="utf-8"?>
<p:tagLst xmlns:a="http://schemas.openxmlformats.org/drawingml/2006/main" xmlns:r="http://schemas.openxmlformats.org/officeDocument/2006/relationships" xmlns:p="http://schemas.openxmlformats.org/presentationml/2006/main">
  <p:tag name="PLUS_ID" val="icon_0"/>
</p:tagLst>
</file>

<file path=ppt/tags/tag92.xml><?xml version="1.0" encoding="utf-8"?>
<p:tagLst xmlns:a="http://schemas.openxmlformats.org/drawingml/2006/main" xmlns:r="http://schemas.openxmlformats.org/officeDocument/2006/relationships" xmlns:p="http://schemas.openxmlformats.org/presentationml/2006/main">
  <p:tag name="PLUS_ID" val="icon_1"/>
</p:tagLst>
</file>

<file path=ppt/tags/tag93.xml><?xml version="1.0" encoding="utf-8"?>
<p:tagLst xmlns:a="http://schemas.openxmlformats.org/drawingml/2006/main" xmlns:r="http://schemas.openxmlformats.org/officeDocument/2006/relationships" xmlns:p="http://schemas.openxmlformats.org/presentationml/2006/main">
  <p:tag name="PLUS_ID" val="icon_2"/>
</p:tagLst>
</file>

<file path=ppt/tags/tag94.xml><?xml version="1.0" encoding="utf-8"?>
<p:tagLst xmlns:a="http://schemas.openxmlformats.org/drawingml/2006/main" xmlns:r="http://schemas.openxmlformats.org/officeDocument/2006/relationships" xmlns:p="http://schemas.openxmlformats.org/presentationml/2006/main">
  <p:tag name="PLUS_SLIDE_ID" val="EPX9O042Z6Sv6iQzbxyDCX"/>
</p:tagLst>
</file>

<file path=ppt/tags/tag95.xml><?xml version="1.0" encoding="utf-8"?>
<p:tagLst xmlns:a="http://schemas.openxmlformats.org/drawingml/2006/main" xmlns:r="http://schemas.openxmlformats.org/officeDocument/2006/relationships" xmlns:p="http://schemas.openxmlformats.org/presentationml/2006/main">
  <p:tag name="PLUS_ID" val="title"/>
</p:tagLst>
</file>

<file path=ppt/tags/tag96.xml><?xml version="1.0" encoding="utf-8"?>
<p:tagLst xmlns:a="http://schemas.openxmlformats.org/drawingml/2006/main" xmlns:r="http://schemas.openxmlformats.org/officeDocument/2006/relationships" xmlns:p="http://schemas.openxmlformats.org/presentationml/2006/main">
  <p:tag name="PLUS_ID" val="detail"/>
</p:tagLst>
</file>

<file path=ppt/tags/tag97.xml><?xml version="1.0" encoding="utf-8"?>
<p:tagLst xmlns:a="http://schemas.openxmlformats.org/drawingml/2006/main" xmlns:r="http://schemas.openxmlformats.org/officeDocument/2006/relationships" xmlns:p="http://schemas.openxmlformats.org/presentationml/2006/main">
  <p:tag name="PLUS_ID" val="chapter"/>
</p:tagLst>
</file>

<file path=ppt/theme/theme1.xml><?xml version="1.0" encoding="utf-8"?>
<a:theme xmlns:a="http://schemas.openxmlformats.org/drawingml/2006/main" name="Modernist Professional">
  <a:themeElements>
    <a:clrScheme name="Herbert">
      <a:dk1>
        <a:srgbClr val="000000"/>
      </a:dk1>
      <a:lt1>
        <a:srgbClr val="FFFFFF"/>
      </a:lt1>
      <a:dk2>
        <a:srgbClr val="275B24"/>
      </a:dk2>
      <a:lt2>
        <a:srgbClr val="DDEEDB"/>
      </a:lt2>
      <a:accent1>
        <a:srgbClr val="E0BCED"/>
      </a:accent1>
      <a:accent2>
        <a:srgbClr val="B0DCDD"/>
      </a:accent2>
      <a:accent3>
        <a:srgbClr val="CBB916"/>
      </a:accent3>
      <a:accent4>
        <a:srgbClr val="003EB2"/>
      </a:accent4>
      <a:accent5>
        <a:srgbClr val="DC320B"/>
      </a:accent5>
      <a:accent6>
        <a:srgbClr val="8E2CB1"/>
      </a:accent6>
      <a:hlink>
        <a:srgbClr val="000000"/>
      </a:hlink>
      <a:folHlink>
        <a:srgbClr val="000000"/>
      </a:folHlink>
    </a:clrScheme>
    <a:fontScheme name="Avenir Next">
      <a:majorFont>
        <a:latin typeface="Avenir Next Demi Bold"/>
        <a:ea typeface=""/>
        <a:cs typeface=""/>
      </a:majorFont>
      <a:minorFont>
        <a:latin typeface="Avenir Next LT Pro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rnist Professional" id="{F62B0830-B2CA-D94C-92C4-B44FBA4BD61B}" vid="{F2C8B862-46F7-5548-B81A-7D4074B9A00D}"/>
    </a:ext>
  </a:extLst>
</a:theme>
</file>

<file path=ppt/theme/theme2.xml><?xml version="1.0" encoding="utf-8"?>
<a:theme xmlns:a="http://schemas.openxmlformats.org/drawingml/2006/main" name="Modernist Professional">
  <a:themeElements>
    <a:clrScheme name="Herbert">
      <a:dk1>
        <a:srgbClr val="000000"/>
      </a:dk1>
      <a:lt1>
        <a:srgbClr val="FFFFFF"/>
      </a:lt1>
      <a:dk2>
        <a:srgbClr val="275B24"/>
      </a:dk2>
      <a:lt2>
        <a:srgbClr val="DDEEDB"/>
      </a:lt2>
      <a:accent1>
        <a:srgbClr val="E0BCED"/>
      </a:accent1>
      <a:accent2>
        <a:srgbClr val="B0DCDD"/>
      </a:accent2>
      <a:accent3>
        <a:srgbClr val="CBB916"/>
      </a:accent3>
      <a:accent4>
        <a:srgbClr val="003EB2"/>
      </a:accent4>
      <a:accent5>
        <a:srgbClr val="DC320B"/>
      </a:accent5>
      <a:accent6>
        <a:srgbClr val="8E2CB1"/>
      </a:accent6>
      <a:hlink>
        <a:srgbClr val="000000"/>
      </a:hlink>
      <a:folHlink>
        <a:srgbClr val="000000"/>
      </a:folHlink>
    </a:clrScheme>
    <a:fontScheme name="Avenir Next">
      <a:majorFont>
        <a:latin typeface="Avenir Next Demi Bold"/>
        <a:ea typeface=""/>
        <a:cs typeface=""/>
      </a:majorFont>
      <a:minorFont>
        <a:latin typeface="Avenir Next LT Pro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rnist Professional" id="{F62B0830-B2CA-D94C-92C4-B44FBA4BD61B}" vid="{F2C8B862-46F7-5548-B81A-7D4074B9A00D}"/>
    </a:ext>
  </a:extLst>
</a:theme>
</file>

<file path=ppt/theme/theme3.xml><?xml version="1.0" encoding="utf-8"?>
<a:theme xmlns:a="http://schemas.openxmlformats.org/drawingml/2006/main" name="Modernist Professional">
  <a:themeElements>
    <a:clrScheme name="Herbert">
      <a:dk1>
        <a:srgbClr val="000000"/>
      </a:dk1>
      <a:lt1>
        <a:srgbClr val="FFFFFF"/>
      </a:lt1>
      <a:dk2>
        <a:srgbClr val="275B24"/>
      </a:dk2>
      <a:lt2>
        <a:srgbClr val="DDEEDB"/>
      </a:lt2>
      <a:accent1>
        <a:srgbClr val="E0BCED"/>
      </a:accent1>
      <a:accent2>
        <a:srgbClr val="B0DCDD"/>
      </a:accent2>
      <a:accent3>
        <a:srgbClr val="CBB916"/>
      </a:accent3>
      <a:accent4>
        <a:srgbClr val="003EB2"/>
      </a:accent4>
      <a:accent5>
        <a:srgbClr val="DC320B"/>
      </a:accent5>
      <a:accent6>
        <a:srgbClr val="8E2CB1"/>
      </a:accent6>
      <a:hlink>
        <a:srgbClr val="000000"/>
      </a:hlink>
      <a:folHlink>
        <a:srgbClr val="000000"/>
      </a:folHlink>
    </a:clrScheme>
    <a:fontScheme name="Avenir Next">
      <a:majorFont>
        <a:latin typeface="Avenir Next Demi Bold"/>
        <a:ea typeface=""/>
        <a:cs typeface=""/>
      </a:majorFont>
      <a:minorFont>
        <a:latin typeface="Avenir Next LT Pro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rnist Professional" id="{F62B0830-B2CA-D94C-92C4-B44FBA4BD61B}" vid="{F2C8B862-46F7-5548-B81A-7D4074B9A00D}"/>
    </a:ext>
  </a:extLst>
</a:theme>
</file>

<file path=ppt/theme/theme4.xml><?xml version="1.0" encoding="utf-8"?>
<a:theme xmlns:a="http://schemas.openxmlformats.org/drawingml/2006/main" name="Modernist Professional">
  <a:themeElements>
    <a:clrScheme name="Herbert">
      <a:dk1>
        <a:srgbClr val="000000"/>
      </a:dk1>
      <a:lt1>
        <a:srgbClr val="FFFFFF"/>
      </a:lt1>
      <a:dk2>
        <a:srgbClr val="275B24"/>
      </a:dk2>
      <a:lt2>
        <a:srgbClr val="DDEEDB"/>
      </a:lt2>
      <a:accent1>
        <a:srgbClr val="E0BCED"/>
      </a:accent1>
      <a:accent2>
        <a:srgbClr val="B0DCDD"/>
      </a:accent2>
      <a:accent3>
        <a:srgbClr val="CBB916"/>
      </a:accent3>
      <a:accent4>
        <a:srgbClr val="003EB2"/>
      </a:accent4>
      <a:accent5>
        <a:srgbClr val="DC320B"/>
      </a:accent5>
      <a:accent6>
        <a:srgbClr val="8E2CB1"/>
      </a:accent6>
      <a:hlink>
        <a:srgbClr val="000000"/>
      </a:hlink>
      <a:folHlink>
        <a:srgbClr val="000000"/>
      </a:folHlink>
    </a:clrScheme>
    <a:fontScheme name="Avenir Next">
      <a:majorFont>
        <a:latin typeface="Avenir Next Demi Bold"/>
        <a:ea typeface=""/>
        <a:cs typeface=""/>
      </a:majorFont>
      <a:minorFont>
        <a:latin typeface="Avenir Next LT Pro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rnist Professional" id="{F62B0830-B2CA-D94C-92C4-B44FBA4BD61B}" vid="{F2C8B862-46F7-5548-B81A-7D4074B9A00D}"/>
    </a:ext>
  </a:extLst>
</a:theme>
</file>

<file path=ppt/theme/theme5.xml><?xml version="1.0" encoding="utf-8"?>
<a:theme xmlns:a="http://schemas.openxmlformats.org/drawingml/2006/main" name="Modernist Professional">
  <a:themeElements>
    <a:clrScheme name="Herbert">
      <a:dk1>
        <a:srgbClr val="000000"/>
      </a:dk1>
      <a:lt1>
        <a:srgbClr val="FFFFFF"/>
      </a:lt1>
      <a:dk2>
        <a:srgbClr val="275B24"/>
      </a:dk2>
      <a:lt2>
        <a:srgbClr val="DDEEDB"/>
      </a:lt2>
      <a:accent1>
        <a:srgbClr val="E0BCED"/>
      </a:accent1>
      <a:accent2>
        <a:srgbClr val="B0DCDD"/>
      </a:accent2>
      <a:accent3>
        <a:srgbClr val="CBB916"/>
      </a:accent3>
      <a:accent4>
        <a:srgbClr val="003EB2"/>
      </a:accent4>
      <a:accent5>
        <a:srgbClr val="DC320B"/>
      </a:accent5>
      <a:accent6>
        <a:srgbClr val="8E2CB1"/>
      </a:accent6>
      <a:hlink>
        <a:srgbClr val="000000"/>
      </a:hlink>
      <a:folHlink>
        <a:srgbClr val="000000"/>
      </a:folHlink>
    </a:clrScheme>
    <a:fontScheme name="Avenir Next">
      <a:majorFont>
        <a:latin typeface="Avenir Next Demi Bold"/>
        <a:ea typeface=""/>
        <a:cs typeface=""/>
      </a:majorFont>
      <a:minorFont>
        <a:latin typeface="Avenir Next LT Pro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rnist Professional" id="{F62B0830-B2CA-D94C-92C4-B44FBA4BD61B}" vid="{F2C8B862-46F7-5548-B81A-7D4074B9A00D}"/>
    </a:ext>
  </a:extLst>
</a:theme>
</file>

<file path=ppt/theme/theme6.xml><?xml version="1.0" encoding="utf-8"?>
<a:theme xmlns:a="http://schemas.openxmlformats.org/drawingml/2006/main" name="Modernist Professional">
  <a:themeElements>
    <a:clrScheme name="Herbert">
      <a:dk1>
        <a:srgbClr val="000000"/>
      </a:dk1>
      <a:lt1>
        <a:srgbClr val="FFFFFF"/>
      </a:lt1>
      <a:dk2>
        <a:srgbClr val="275B24"/>
      </a:dk2>
      <a:lt2>
        <a:srgbClr val="DDEEDB"/>
      </a:lt2>
      <a:accent1>
        <a:srgbClr val="E0BCED"/>
      </a:accent1>
      <a:accent2>
        <a:srgbClr val="B0DCDD"/>
      </a:accent2>
      <a:accent3>
        <a:srgbClr val="CBB916"/>
      </a:accent3>
      <a:accent4>
        <a:srgbClr val="003EB2"/>
      </a:accent4>
      <a:accent5>
        <a:srgbClr val="DC320B"/>
      </a:accent5>
      <a:accent6>
        <a:srgbClr val="8E2CB1"/>
      </a:accent6>
      <a:hlink>
        <a:srgbClr val="000000"/>
      </a:hlink>
      <a:folHlink>
        <a:srgbClr val="000000"/>
      </a:folHlink>
    </a:clrScheme>
    <a:fontScheme name="Avenir Next">
      <a:majorFont>
        <a:latin typeface="Avenir Next Demi Bold"/>
        <a:ea typeface=""/>
        <a:cs typeface=""/>
      </a:majorFont>
      <a:minorFont>
        <a:latin typeface="Avenir Next LT Pro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rnist Professional" id="{F62B0830-B2CA-D94C-92C4-B44FBA4BD61B}" vid="{F2C8B862-46F7-5548-B81A-7D4074B9A00D}"/>
    </a:ext>
  </a:extLst>
</a:theme>
</file>

<file path=ppt/theme/theme7.xml><?xml version="1.0" encoding="utf-8"?>
<a:theme xmlns:a="http://schemas.openxmlformats.org/drawingml/2006/main" name="Modernist Professional">
  <a:themeElements>
    <a:clrScheme name="Herbert">
      <a:dk1>
        <a:srgbClr val="000000"/>
      </a:dk1>
      <a:lt1>
        <a:srgbClr val="FFFFFF"/>
      </a:lt1>
      <a:dk2>
        <a:srgbClr val="275B24"/>
      </a:dk2>
      <a:lt2>
        <a:srgbClr val="DDEEDB"/>
      </a:lt2>
      <a:accent1>
        <a:srgbClr val="E0BCED"/>
      </a:accent1>
      <a:accent2>
        <a:srgbClr val="B0DCDD"/>
      </a:accent2>
      <a:accent3>
        <a:srgbClr val="CBB916"/>
      </a:accent3>
      <a:accent4>
        <a:srgbClr val="003EB2"/>
      </a:accent4>
      <a:accent5>
        <a:srgbClr val="DC320B"/>
      </a:accent5>
      <a:accent6>
        <a:srgbClr val="8E2CB1"/>
      </a:accent6>
      <a:hlink>
        <a:srgbClr val="000000"/>
      </a:hlink>
      <a:folHlink>
        <a:srgbClr val="000000"/>
      </a:folHlink>
    </a:clrScheme>
    <a:fontScheme name="Avenir Next">
      <a:majorFont>
        <a:latin typeface="Avenir Next Demi Bold"/>
        <a:ea typeface=""/>
        <a:cs typeface=""/>
      </a:majorFont>
      <a:minorFont>
        <a:latin typeface="Avenir Next LT Pro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rnist Professional" id="{F62B0830-B2CA-D94C-92C4-B44FBA4BD61B}" vid="{F2C8B862-46F7-5548-B81A-7D4074B9A00D}"/>
    </a:ext>
  </a:extLst>
</a:theme>
</file>

<file path=ppt/theme/theme8.xml><?xml version="1.0" encoding="utf-8"?>
<a:theme xmlns:a="http://schemas.openxmlformats.org/drawingml/2006/main" name="Modernist Professional">
  <a:themeElements>
    <a:clrScheme name="Herbert">
      <a:dk1>
        <a:srgbClr val="000000"/>
      </a:dk1>
      <a:lt1>
        <a:srgbClr val="FFFFFF"/>
      </a:lt1>
      <a:dk2>
        <a:srgbClr val="275B24"/>
      </a:dk2>
      <a:lt2>
        <a:srgbClr val="DDEEDB"/>
      </a:lt2>
      <a:accent1>
        <a:srgbClr val="E0BCED"/>
      </a:accent1>
      <a:accent2>
        <a:srgbClr val="B0DCDD"/>
      </a:accent2>
      <a:accent3>
        <a:srgbClr val="CBB916"/>
      </a:accent3>
      <a:accent4>
        <a:srgbClr val="003EB2"/>
      </a:accent4>
      <a:accent5>
        <a:srgbClr val="DC320B"/>
      </a:accent5>
      <a:accent6>
        <a:srgbClr val="8E2CB1"/>
      </a:accent6>
      <a:hlink>
        <a:srgbClr val="000000"/>
      </a:hlink>
      <a:folHlink>
        <a:srgbClr val="000000"/>
      </a:folHlink>
    </a:clrScheme>
    <a:fontScheme name="Avenir Next">
      <a:majorFont>
        <a:latin typeface="Avenir Next Demi Bold"/>
        <a:ea typeface=""/>
        <a:cs typeface=""/>
      </a:majorFont>
      <a:minorFont>
        <a:latin typeface="Avenir Next LT Pro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rnist Professional" id="{F62B0830-B2CA-D94C-92C4-B44FBA4BD61B}" vid="{F2C8B862-46F7-5548-B81A-7D4074B9A00D}"/>
    </a:ext>
  </a:extLst>
</a:theme>
</file>

<file path=ppt/theme/theme9.xml><?xml version="1.0" encoding="utf-8"?>
<a:theme xmlns:a="http://schemas.openxmlformats.org/drawingml/2006/main" name="Modernist Professional">
  <a:themeElements>
    <a:clrScheme name="Herbert">
      <a:dk1>
        <a:srgbClr val="000000"/>
      </a:dk1>
      <a:lt1>
        <a:srgbClr val="FFFFFF"/>
      </a:lt1>
      <a:dk2>
        <a:srgbClr val="275B24"/>
      </a:dk2>
      <a:lt2>
        <a:srgbClr val="DDEEDB"/>
      </a:lt2>
      <a:accent1>
        <a:srgbClr val="E0BCED"/>
      </a:accent1>
      <a:accent2>
        <a:srgbClr val="B0DCDD"/>
      </a:accent2>
      <a:accent3>
        <a:srgbClr val="CBB916"/>
      </a:accent3>
      <a:accent4>
        <a:srgbClr val="003EB2"/>
      </a:accent4>
      <a:accent5>
        <a:srgbClr val="DC320B"/>
      </a:accent5>
      <a:accent6>
        <a:srgbClr val="8E2CB1"/>
      </a:accent6>
      <a:hlink>
        <a:srgbClr val="000000"/>
      </a:hlink>
      <a:folHlink>
        <a:srgbClr val="000000"/>
      </a:folHlink>
    </a:clrScheme>
    <a:fontScheme name="Avenir Next">
      <a:majorFont>
        <a:latin typeface="Avenir Next Demi Bold"/>
        <a:ea typeface=""/>
        <a:cs typeface=""/>
      </a:majorFont>
      <a:minorFont>
        <a:latin typeface="Avenir Next LT Pro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rnist Professional" id="{F62B0830-B2CA-D94C-92C4-B44FBA4BD61B}" vid="{F2C8B862-46F7-5548-B81A-7D4074B9A00D}"/>
    </a:ext>
  </a:extLst>
</a:theme>
</file>

<file path=ppt/theme/theme10.xml><?xml version="1.0" encoding="utf-8"?>
<a:theme xmlns:a="http://schemas.openxmlformats.org/drawingml/2006/main" name="Modernist Professional">
  <a:themeElements>
    <a:clrScheme name="Herbert">
      <a:dk1>
        <a:srgbClr val="000000"/>
      </a:dk1>
      <a:lt1>
        <a:srgbClr val="FFFFFF"/>
      </a:lt1>
      <a:dk2>
        <a:srgbClr val="275B24"/>
      </a:dk2>
      <a:lt2>
        <a:srgbClr val="DDEEDB"/>
      </a:lt2>
      <a:accent1>
        <a:srgbClr val="E0BCED"/>
      </a:accent1>
      <a:accent2>
        <a:srgbClr val="B0DCDD"/>
      </a:accent2>
      <a:accent3>
        <a:srgbClr val="CBB916"/>
      </a:accent3>
      <a:accent4>
        <a:srgbClr val="003EB2"/>
      </a:accent4>
      <a:accent5>
        <a:srgbClr val="DC320B"/>
      </a:accent5>
      <a:accent6>
        <a:srgbClr val="8E2CB1"/>
      </a:accent6>
      <a:hlink>
        <a:srgbClr val="000000"/>
      </a:hlink>
      <a:folHlink>
        <a:srgbClr val="000000"/>
      </a:folHlink>
    </a:clrScheme>
    <a:fontScheme name="Avenir Next">
      <a:majorFont>
        <a:latin typeface="Avenir Next Demi Bold"/>
        <a:ea typeface=""/>
        <a:cs typeface=""/>
      </a:majorFont>
      <a:minorFont>
        <a:latin typeface="Avenir Next LT Pro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rnist Professional" id="{F62B0830-B2CA-D94C-92C4-B44FBA4BD61B}" vid="{F2C8B862-46F7-5548-B81A-7D4074B9A00D}"/>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847C248-66A8-4CD0-8090-8B72B5F14D12}">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18</TotalTime>
  <Words>918</Words>
  <Application>Microsoft Office PowerPoint</Application>
  <PresentationFormat>Widescreen</PresentationFormat>
  <Paragraphs>62</Paragraphs>
  <Slides>10</Slides>
  <Notes>0</Notes>
  <HiddenSlides>0</HiddenSlides>
  <MMClips>0</MMClips>
  <ScaleCrop>false</ScaleCrop>
  <HeadingPairs>
    <vt:vector size="8" baseType="variant">
      <vt:variant>
        <vt:lpstr>Fonts Used</vt:lpstr>
      </vt:variant>
      <vt:variant>
        <vt:i4>6</vt:i4>
      </vt:variant>
      <vt:variant>
        <vt:lpstr>Theme</vt:lpstr>
      </vt:variant>
      <vt:variant>
        <vt:i4>10</vt:i4>
      </vt:variant>
      <vt:variant>
        <vt:lpstr>Embedded OLE Servers</vt:lpstr>
      </vt:variant>
      <vt:variant>
        <vt:i4>1</vt:i4>
      </vt:variant>
      <vt:variant>
        <vt:lpstr>Slide Titles</vt:lpstr>
      </vt:variant>
      <vt:variant>
        <vt:i4>10</vt:i4>
      </vt:variant>
    </vt:vector>
  </HeadingPairs>
  <TitlesOfParts>
    <vt:vector size="27" baseType="lpstr">
      <vt:lpstr>Arial</vt:lpstr>
      <vt:lpstr>Avenir Next LT Pro</vt:lpstr>
      <vt:lpstr>Avenir Next LT Pro Demi</vt:lpstr>
      <vt:lpstr>Avenir Next LT Pro Light</vt:lpstr>
      <vt:lpstr>Bell MT</vt:lpstr>
      <vt:lpstr>System Font Regular</vt:lpstr>
      <vt:lpstr>Modernist Professional</vt:lpstr>
      <vt:lpstr>Modernist Professional</vt:lpstr>
      <vt:lpstr>Modernist Professional</vt:lpstr>
      <vt:lpstr>Modernist Professional</vt:lpstr>
      <vt:lpstr>Modernist Professional</vt:lpstr>
      <vt:lpstr>Modernist Professional</vt:lpstr>
      <vt:lpstr>Modernist Professional</vt:lpstr>
      <vt:lpstr>Modernist Professional</vt:lpstr>
      <vt:lpstr>Modernist Professional</vt:lpstr>
      <vt:lpstr>Modernist Professional</vt:lpstr>
      <vt:lpstr>think-cell Slide</vt:lpstr>
      <vt:lpstr>Jurnal de Călătorie în Letonia</vt:lpstr>
      <vt:lpstr>Introducere despre Letonia</vt:lpstr>
      <vt:lpstr>Ziua 1: Sosirea în Riga</vt:lpstr>
      <vt:lpstr>Ziua 2: Explorarea Pieței Centrale și Cartierului Art Nouveau</vt:lpstr>
      <vt:lpstr>Ziua 3: Excursie la Bunkerul Sovietic și Traseele Naturale Līgatne</vt:lpstr>
      <vt:lpstr>Ziua 4: Excursie la Castelul Turaida și Sigulda</vt:lpstr>
      <vt:lpstr>Ziua 5: Vizită la Castelul și Orașul Cēsis</vt:lpstr>
      <vt:lpstr>Ziua 6: Relaxare pe Plaja din Jūrmala</vt:lpstr>
      <vt:lpstr>Ziua 7: Întoarcerea în Riga și Plecarea</vt:lpstr>
      <vt:lpstr>Concluzie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hazliu tech</dc:creator>
  <cp:lastModifiedBy>hazliu tech</cp:lastModifiedBy>
  <cp:revision>1</cp:revision>
  <dcterms:created xsi:type="dcterms:W3CDTF">2025-12-04T08:43:25Z</dcterms:created>
  <dcterms:modified xsi:type="dcterms:W3CDTF">2025-12-04T09:01:39Z</dcterms:modified>
</cp:coreProperties>
</file>