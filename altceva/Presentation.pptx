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C7BF9F-4858-73FC-BC37-3AD1FC4DCAA5}" v="3" dt="2026-03-30T09:29:47.4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7EB9C-0EC7-6D71-58E5-9AECD6D639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6201C8-8404-5500-7F19-35FF8D66AD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60215-7336-16C0-4496-6C310DAD7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9392D-1F2D-304B-987E-0DB91877920E}" type="datetimeFigureOut">
              <a:rPr lang="en-US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2376F-D70D-DC82-FA33-E702BBCA7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2A5B9-55C9-F400-8B8A-61416AB15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3606-4DB3-D140-9C5E-C5884CFD1F96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803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73631-28C5-E52C-F4A3-577356C7E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7C145-F1E2-D077-C427-AA0879B22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99B688-253F-8229-A406-1073A72CD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9392D-1F2D-304B-987E-0DB91877920E}" type="datetimeFigureOut">
              <a:rPr lang="en-US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0837E-1E9D-EDB9-FF78-E1D166723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7D1F3-EB98-9408-6A4C-EEAE082B2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3606-4DB3-D140-9C5E-C5884CFD1F96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37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34A60-7624-E303-678F-07433D6FA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182A6-8DAC-9C41-EA1A-C5C75FD9D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A6B67-9AEF-796A-51BF-262048D17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9392D-1F2D-304B-987E-0DB91877920E}" type="datetimeFigureOut">
              <a:rPr lang="en-US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201A7-A8A9-B48B-C98A-32A3F3373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42FF1-ACCE-3766-DA60-BEA5CCD68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3606-4DB3-D140-9C5E-C5884CFD1F96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323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193D2-99E9-807A-AF84-DC1C30689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E156F-7A9F-AC7D-FF6E-B25A238CE4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D25354-E5E6-A595-AEDB-E7D792634C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8DE73-C6D5-CA3B-A498-43B3D8397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9392D-1F2D-304B-987E-0DB91877920E}" type="datetimeFigureOut">
              <a:rPr lang="en-US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996391-D429-DF2B-0266-5CE9ACFA9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DCB4ED-5216-F863-045C-49A8A6F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3606-4DB3-D140-9C5E-C5884CFD1F96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41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DD4FA-44BF-727A-AC12-5C5A5A400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414B7-5481-B008-6FCA-9C4848D50D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AD4EF2-D1B5-467F-88D7-C4006823F6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C3B39C-142A-7D5F-5639-76A2C4C36E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849B07-DDDA-B067-EE9A-E56B9601C2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955846-9E91-0503-3E79-F12847549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9392D-1F2D-304B-987E-0DB91877920E}" type="datetimeFigureOut">
              <a:rPr lang="en-US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F6EC35-4E4C-B9D8-AAA6-51B615DD4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9C7FE9-9138-84A3-C5AE-7D2EA353C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3606-4DB3-D140-9C5E-C5884CFD1F96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651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D89A4-DDD6-1CBA-DBDD-C308DF8AF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CDC204-1602-F4CB-D11E-9D1033BB9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9392D-1F2D-304B-987E-0DB91877920E}" type="datetimeFigureOut">
              <a:rPr lang="en-US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2BDE0E-437F-0A25-75DB-1578F3E69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94BA6F-4590-FCB5-80D2-7B9D23ED3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3606-4DB3-D140-9C5E-C5884CFD1F96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851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B8E4A8-F507-90FE-5FB0-0A82B4C1A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9392D-1F2D-304B-987E-0DB91877920E}" type="datetimeFigureOut">
              <a:rPr lang="en-US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7803B4-3718-4479-D64D-8FE3DBCF5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2ADC1-36CF-B3D5-F75E-163AB3ABB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3606-4DB3-D140-9C5E-C5884CFD1F96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565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6B7AF-E0C9-6DF5-5B07-214C8C3B4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B1CE9-1F8E-D67A-B751-682B321C2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F9D4CD-9E71-B723-A29A-133FE406B6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BFCA65-63B7-92AC-02BF-F2B8B46FB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9392D-1F2D-304B-987E-0DB91877920E}" type="datetimeFigureOut">
              <a:rPr lang="en-US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23AB2E-116D-29AD-74D2-8A8E1D985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3A7D1A-BA57-DA18-FA4B-E58B3BC8F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3606-4DB3-D140-9C5E-C5884CFD1F96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50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11841-72F0-697D-C679-8CCC870BE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503B29-8A6D-8E4F-D045-36E23AB857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BFF205-B1BE-8499-ED42-6EAB43FE17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726710-6B6A-83B8-9427-E091B1A19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9392D-1F2D-304B-987E-0DB91877920E}" type="datetimeFigureOut">
              <a:rPr lang="en-US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A1CBD8-984C-6E82-D192-CC540D418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AD6C19-A85F-5762-2963-416A7BD56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3606-4DB3-D140-9C5E-C5884CFD1F96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850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8A585-E3F0-560F-8967-E856E19E6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528735-6777-1DC9-1079-D5C1306941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8FBED-4BD4-60EF-8496-6AE9C5F50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9392D-1F2D-304B-987E-0DB91877920E}" type="datetimeFigureOut">
              <a:rPr lang="en-US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C7DC2-5E31-3954-C193-B61E71616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741C7-1ECA-BCB2-E60C-F3070B992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3606-4DB3-D140-9C5E-C5884CFD1F96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480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3A9C5D-7ACE-CC63-78D3-D45EE23C00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D81A9C-9DD6-0486-7017-8C078C6BC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9CEA2-6A72-2156-0147-331806BBC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9392D-1F2D-304B-987E-0DB91877920E}" type="datetimeFigureOut">
              <a:rPr lang="en-US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6DC5B-2DFB-A187-9A1C-1E0FC37B4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AC396-505D-8EE3-6374-5B639E931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3606-4DB3-D140-9C5E-C5884CFD1F96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526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510EC4-C0D6-1749-9D44-65672A38D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32634-C8F3-2726-0E03-4344C165B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91281-A84F-7D79-2443-60EDFEB9E0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09392D-1F2D-304B-987E-0DB91877920E}" type="datetimeFigureOut">
              <a:rPr lang="en-US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ED23A-DD47-C0DE-647D-D3CDE0EED7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8DEC3-EB65-7BB1-BCA9-EC375967BA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BA3606-4DB3-D140-9C5E-C5884CFD1F96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536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E4B03-C2BA-2500-F911-ACB66CB35E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Viața pescarilor din Delta Dunării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974054-ACA9-19E5-E969-02EBAD6110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Realizat</a:t>
            </a:r>
            <a:r>
              <a:rPr lang="en-US" dirty="0"/>
              <a:t> de </a:t>
            </a:r>
            <a:r>
              <a:rPr lang="en-US" dirty="0" err="1"/>
              <a:t>Leanca</a:t>
            </a:r>
            <a:r>
              <a:rPr lang="en-US" dirty="0"/>
              <a:t> Lior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Dorobanțu</a:t>
            </a:r>
            <a:r>
              <a:rPr lang="en-US" dirty="0"/>
              <a:t> Medeea </a:t>
            </a:r>
          </a:p>
        </p:txBody>
      </p:sp>
    </p:spTree>
    <p:extLst>
      <p:ext uri="{BB962C8B-B14F-4D97-AF65-F5344CB8AC3E}">
        <p14:creationId xmlns:p14="http://schemas.microsoft.com/office/powerpoint/2010/main" val="318886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177BDE-53C6-F396-5DB2-C066B45E5098}"/>
              </a:ext>
            </a:extLst>
          </p:cNvPr>
          <p:cNvSpPr txBox="1"/>
          <p:nvPr/>
        </p:nvSpPr>
        <p:spPr>
          <a:xfrm>
            <a:off x="0" y="0"/>
            <a:ext cx="6472989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 err="1"/>
              <a:t>Stilul</a:t>
            </a:r>
            <a:r>
              <a:rPr lang="en-US" dirty="0"/>
              <a:t> de </a:t>
            </a:r>
            <a:r>
              <a:rPr lang="en-US" dirty="0" err="1"/>
              <a:t>viață</a:t>
            </a:r>
            <a:r>
              <a:rPr lang="en-US" dirty="0"/>
              <a:t> al </a:t>
            </a:r>
            <a:r>
              <a:rPr lang="en-US" dirty="0" err="1"/>
              <a:t>pescarilor</a:t>
            </a:r>
            <a:r>
              <a:rPr lang="en-US" dirty="0"/>
              <a:t> din Delta </a:t>
            </a:r>
            <a:r>
              <a:rPr lang="en-US" dirty="0" err="1"/>
              <a:t>Dunării</a:t>
            </a:r>
            <a:r>
              <a:rPr lang="en-US" dirty="0"/>
              <a:t>
★</a:t>
            </a:r>
            <a:r>
              <a:rPr lang="en-US" dirty="0" err="1"/>
              <a:t>Pescarii</a:t>
            </a:r>
            <a:r>
              <a:rPr lang="en-US" dirty="0"/>
              <a:t> din Delta </a:t>
            </a:r>
            <a:r>
              <a:rPr lang="en-US" dirty="0" err="1"/>
              <a:t>Dunării</a:t>
            </a:r>
            <a:r>
              <a:rPr lang="en-US" dirty="0"/>
              <a:t> au un </a:t>
            </a:r>
            <a:r>
              <a:rPr lang="en-US" dirty="0" err="1"/>
              <a:t>stil</a:t>
            </a:r>
            <a:r>
              <a:rPr lang="en-US" dirty="0"/>
              <a:t> de </a:t>
            </a:r>
            <a:r>
              <a:rPr lang="en-US" dirty="0" err="1"/>
              <a:t>viață</a:t>
            </a:r>
            <a:r>
              <a:rPr lang="en-US" dirty="0"/>
              <a:t> </a:t>
            </a:r>
            <a:r>
              <a:rPr lang="en-US" dirty="0" err="1"/>
              <a:t>strâns</a:t>
            </a:r>
            <a:r>
              <a:rPr lang="en-US" dirty="0"/>
              <a:t> </a:t>
            </a:r>
            <a:r>
              <a:rPr lang="en-US" dirty="0" err="1"/>
              <a:t>legat</a:t>
            </a:r>
            <a:r>
              <a:rPr lang="en-US" dirty="0"/>
              <a:t> de </a:t>
            </a:r>
            <a:r>
              <a:rPr lang="en-US" dirty="0" err="1"/>
              <a:t>natură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de </a:t>
            </a:r>
            <a:r>
              <a:rPr lang="en-US" dirty="0" err="1"/>
              <a:t>ritmul</a:t>
            </a:r>
            <a:r>
              <a:rPr lang="en-US" dirty="0"/>
              <a:t> </a:t>
            </a:r>
            <a:r>
              <a:rPr lang="en-US" dirty="0" err="1"/>
              <a:t>apei</a:t>
            </a:r>
            <a:r>
              <a:rPr lang="en-US" dirty="0"/>
              <a:t>. </a:t>
            </a:r>
            <a:r>
              <a:rPr lang="en-US" dirty="0" err="1"/>
              <a:t>Viața</a:t>
            </a:r>
            <a:r>
              <a:rPr lang="en-US" dirty="0"/>
              <a:t> </a:t>
            </a:r>
            <a:r>
              <a:rPr lang="en-US" dirty="0" err="1"/>
              <a:t>lor</a:t>
            </a:r>
            <a:r>
              <a:rPr lang="en-US" dirty="0"/>
              <a:t> </a:t>
            </a:r>
            <a:r>
              <a:rPr lang="en-US" dirty="0" err="1"/>
              <a:t>depinde</a:t>
            </a:r>
            <a:r>
              <a:rPr lang="en-US" dirty="0"/>
              <a:t> </a:t>
            </a:r>
            <a:r>
              <a:rPr lang="en-US" dirty="0" err="1"/>
              <a:t>mult</a:t>
            </a:r>
            <a:r>
              <a:rPr lang="en-US" dirty="0"/>
              <a:t> de </a:t>
            </a:r>
            <a:r>
              <a:rPr lang="en-US" dirty="0" err="1"/>
              <a:t>anotimpuri</a:t>
            </a:r>
            <a:r>
              <a:rPr lang="en-US" dirty="0"/>
              <a:t>, de </a:t>
            </a:r>
            <a:r>
              <a:rPr lang="en-US" dirty="0" err="1"/>
              <a:t>nivelul</a:t>
            </a:r>
            <a:r>
              <a:rPr lang="en-US" dirty="0"/>
              <a:t> </a:t>
            </a:r>
            <a:r>
              <a:rPr lang="en-US" dirty="0" err="1"/>
              <a:t>apelor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de </a:t>
            </a:r>
            <a:r>
              <a:rPr lang="en-US" dirty="0" err="1"/>
              <a:t>perioadele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care </a:t>
            </a:r>
            <a:r>
              <a:rPr lang="en-US" dirty="0" err="1"/>
              <a:t>pescuitul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permis</a:t>
            </a:r>
            <a:r>
              <a:rPr lang="en-US" dirty="0"/>
              <a:t>.
•</a:t>
            </a:r>
            <a:r>
              <a:rPr lang="en-US" dirty="0" err="1"/>
              <a:t>Ziua</a:t>
            </a:r>
            <a:r>
              <a:rPr lang="en-US" dirty="0"/>
              <a:t> </a:t>
            </a:r>
            <a:r>
              <a:rPr lang="en-US" dirty="0" err="1"/>
              <a:t>începe</a:t>
            </a:r>
            <a:r>
              <a:rPr lang="en-US" dirty="0"/>
              <a:t> </a:t>
            </a:r>
            <a:r>
              <a:rPr lang="en-US" dirty="0" err="1"/>
              <a:t>foarte</a:t>
            </a:r>
            <a:r>
              <a:rPr lang="en-US" dirty="0"/>
              <a:t> </a:t>
            </a:r>
            <a:r>
              <a:rPr lang="en-US" dirty="0" err="1"/>
              <a:t>devreme</a:t>
            </a:r>
            <a:r>
              <a:rPr lang="en-US" dirty="0"/>
              <a:t>, </a:t>
            </a:r>
            <a:r>
              <a:rPr lang="en-US" dirty="0" err="1"/>
              <a:t>uneori</a:t>
            </a:r>
            <a:r>
              <a:rPr lang="en-US" dirty="0"/>
              <a:t> </a:t>
            </a:r>
            <a:r>
              <a:rPr lang="en-US" dirty="0" err="1"/>
              <a:t>înainte</a:t>
            </a:r>
            <a:r>
              <a:rPr lang="en-US" dirty="0"/>
              <a:t> de </a:t>
            </a:r>
            <a:r>
              <a:rPr lang="en-US" dirty="0" err="1"/>
              <a:t>răsărit</a:t>
            </a:r>
            <a:r>
              <a:rPr lang="en-US" dirty="0"/>
              <a:t> 
•Se </a:t>
            </a:r>
            <a:r>
              <a:rPr lang="en-US" dirty="0" err="1"/>
              <a:t>deplasează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principal cu </a:t>
            </a:r>
            <a:r>
              <a:rPr lang="en-US" dirty="0" err="1"/>
              <a:t>barca</a:t>
            </a:r>
            <a:r>
              <a:rPr lang="en-US" dirty="0"/>
              <a:t>,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că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sate </a:t>
            </a:r>
            <a:r>
              <a:rPr lang="en-US" dirty="0" err="1"/>
              <a:t>sunt</a:t>
            </a:r>
            <a:r>
              <a:rPr lang="en-US" dirty="0"/>
              <a:t> legate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canale</a:t>
            </a:r>
            <a:r>
              <a:rPr lang="en-US" dirty="0"/>
              <a:t> </a:t>
            </a:r>
            <a:r>
              <a:rPr lang="en-US" dirty="0" err="1"/>
              <a:t>decât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drumuri</a:t>
            </a:r>
            <a:r>
              <a:rPr lang="en-US" dirty="0"/>
              <a:t>
•</a:t>
            </a:r>
            <a:r>
              <a:rPr lang="en-US" dirty="0" err="1"/>
              <a:t>Munca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fizică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cere</a:t>
            </a:r>
            <a:r>
              <a:rPr lang="en-US" dirty="0"/>
              <a:t> </a:t>
            </a:r>
            <a:r>
              <a:rPr lang="en-US" dirty="0" err="1"/>
              <a:t>multă</a:t>
            </a:r>
            <a:r>
              <a:rPr lang="en-US" dirty="0"/>
              <a:t> </a:t>
            </a:r>
            <a:r>
              <a:rPr lang="en-US" dirty="0" err="1"/>
              <a:t>răbdare</a:t>
            </a:r>
            <a:r>
              <a:rPr lang="en-US" dirty="0"/>
              <a:t>: </a:t>
            </a:r>
            <a:r>
              <a:rPr lang="en-US" dirty="0" err="1"/>
              <a:t>verifică</a:t>
            </a:r>
            <a:r>
              <a:rPr lang="en-US" dirty="0"/>
              <a:t> </a:t>
            </a:r>
            <a:r>
              <a:rPr lang="en-US" dirty="0" err="1"/>
              <a:t>plasele</a:t>
            </a:r>
            <a:r>
              <a:rPr lang="en-US" dirty="0"/>
              <a:t>, </a:t>
            </a:r>
            <a:r>
              <a:rPr lang="en-US" dirty="0" err="1"/>
              <a:t>repară</a:t>
            </a:r>
            <a:r>
              <a:rPr lang="en-US" dirty="0"/>
              <a:t> </a:t>
            </a:r>
            <a:r>
              <a:rPr lang="en-US" dirty="0" err="1"/>
              <a:t>uneltele</a:t>
            </a:r>
            <a:r>
              <a:rPr lang="en-US" dirty="0"/>
              <a:t>, </a:t>
            </a:r>
            <a:r>
              <a:rPr lang="en-US" dirty="0" err="1"/>
              <a:t>sortează</a:t>
            </a:r>
            <a:r>
              <a:rPr lang="en-US" dirty="0"/>
              <a:t> </a:t>
            </a:r>
            <a:r>
              <a:rPr lang="en-US" dirty="0" err="1"/>
              <a:t>peștele</a:t>
            </a:r>
            <a:r>
              <a:rPr lang="en-US" dirty="0"/>
              <a:t>
•</a:t>
            </a:r>
            <a:r>
              <a:rPr lang="en-US" dirty="0" err="1"/>
              <a:t>Mulți</a:t>
            </a:r>
            <a:r>
              <a:rPr lang="en-US" dirty="0"/>
              <a:t> </a:t>
            </a:r>
            <a:r>
              <a:rPr lang="en-US" dirty="0" err="1"/>
              <a:t>pescari</a:t>
            </a:r>
            <a:r>
              <a:rPr lang="en-US" dirty="0"/>
              <a:t> </a:t>
            </a:r>
            <a:r>
              <a:rPr lang="en-US" dirty="0" err="1"/>
              <a:t>combină</a:t>
            </a:r>
            <a:r>
              <a:rPr lang="en-US" dirty="0"/>
              <a:t> </a:t>
            </a:r>
            <a:r>
              <a:rPr lang="en-US" dirty="0" err="1"/>
              <a:t>pescuitul</a:t>
            </a:r>
            <a:r>
              <a:rPr lang="en-US" dirty="0"/>
              <a:t> cu </a:t>
            </a:r>
            <a:r>
              <a:rPr lang="en-US" dirty="0" err="1"/>
              <a:t>agricultura</a:t>
            </a:r>
            <a:r>
              <a:rPr lang="en-US" dirty="0"/>
              <a:t> </a:t>
            </a:r>
            <a:r>
              <a:rPr lang="en-US" dirty="0" err="1"/>
              <a:t>mică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turismul</a:t>
            </a:r>
            <a:r>
              <a:rPr lang="en-US" dirty="0"/>
              <a:t> local
★</a:t>
            </a:r>
            <a:r>
              <a:rPr lang="en-US" dirty="0" err="1"/>
              <a:t>Ocupația</a:t>
            </a:r>
            <a:r>
              <a:rPr lang="en-US" dirty="0"/>
              <a:t> </a:t>
            </a:r>
            <a:r>
              <a:rPr lang="en-US" dirty="0" err="1"/>
              <a:t>tradițională</a:t>
            </a:r>
            <a:r>
              <a:rPr lang="en-US" dirty="0"/>
              <a:t>
</a:t>
            </a:r>
            <a:r>
              <a:rPr lang="en-US" dirty="0" err="1"/>
              <a:t>Pescuitul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transmis</a:t>
            </a:r>
            <a:r>
              <a:rPr lang="en-US" dirty="0"/>
              <a:t> </a:t>
            </a:r>
            <a:r>
              <a:rPr lang="en-US" dirty="0" err="1"/>
              <a:t>adesea</a:t>
            </a:r>
            <a:r>
              <a:rPr lang="en-US" dirty="0"/>
              <a:t> din </a:t>
            </a:r>
            <a:r>
              <a:rPr lang="en-US" dirty="0" err="1"/>
              <a:t>tată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fiu</a:t>
            </a:r>
            <a:r>
              <a:rPr lang="en-US" dirty="0"/>
              <a:t>. </a:t>
            </a:r>
            <a:r>
              <a:rPr lang="en-US" dirty="0" err="1"/>
              <a:t>Copiii</a:t>
            </a:r>
            <a:r>
              <a:rPr lang="en-US" dirty="0"/>
              <a:t> </a:t>
            </a:r>
            <a:r>
              <a:rPr lang="en-US" dirty="0" err="1"/>
              <a:t>învață</a:t>
            </a:r>
            <a:r>
              <a:rPr lang="en-US" dirty="0"/>
              <a:t> de </a:t>
            </a:r>
            <a:r>
              <a:rPr lang="en-US" dirty="0" err="1"/>
              <a:t>mici</a:t>
            </a:r>
            <a:r>
              <a:rPr lang="en-US" dirty="0"/>
              <a:t>:
	•	cum se </a:t>
            </a:r>
            <a:r>
              <a:rPr lang="en-US" dirty="0" err="1"/>
              <a:t>citesc</a:t>
            </a:r>
            <a:r>
              <a:rPr lang="en-US" dirty="0"/>
              <a:t> </a:t>
            </a:r>
            <a:r>
              <a:rPr lang="en-US" dirty="0" err="1"/>
              <a:t>apele</a:t>
            </a:r>
            <a:r>
              <a:rPr lang="en-US" dirty="0"/>
              <a:t>
	•	</a:t>
            </a:r>
            <a:r>
              <a:rPr lang="en-US" dirty="0" err="1"/>
              <a:t>unde</a:t>
            </a:r>
            <a:r>
              <a:rPr lang="en-US" dirty="0"/>
              <a:t> se </a:t>
            </a:r>
            <a:r>
              <a:rPr lang="en-US" dirty="0" err="1"/>
              <a:t>ascunde</a:t>
            </a:r>
            <a:r>
              <a:rPr lang="en-US" dirty="0"/>
              <a:t> </a:t>
            </a:r>
            <a:r>
              <a:rPr lang="en-US" dirty="0" err="1"/>
              <a:t>peștele</a:t>
            </a:r>
            <a:r>
              <a:rPr lang="en-US" dirty="0"/>
              <a:t>
	•	cum se </a:t>
            </a:r>
            <a:r>
              <a:rPr lang="en-US" dirty="0" err="1"/>
              <a:t>folosesc</a:t>
            </a:r>
            <a:r>
              <a:rPr lang="en-US" dirty="0"/>
              <a:t> </a:t>
            </a:r>
            <a:r>
              <a:rPr lang="en-US" dirty="0" err="1"/>
              <a:t>plasele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vintirele</a:t>
            </a:r>
            <a:r>
              <a:rPr lang="en-US" dirty="0"/>
              <a:t>
	•	cum se </a:t>
            </a:r>
            <a:r>
              <a:rPr lang="en-US" dirty="0" err="1"/>
              <a:t>recunoaște</a:t>
            </a:r>
            <a:r>
              <a:rPr lang="en-US" dirty="0"/>
              <a:t> </a:t>
            </a:r>
            <a:r>
              <a:rPr lang="en-US" dirty="0" err="1"/>
              <a:t>vremea</a:t>
            </a:r>
            <a:r>
              <a:rPr lang="en-US" dirty="0"/>
              <a:t> </a:t>
            </a:r>
            <a:r>
              <a:rPr lang="en-US" dirty="0" err="1"/>
              <a:t>după</a:t>
            </a:r>
            <a:r>
              <a:rPr lang="en-US" dirty="0"/>
              <a:t> </a:t>
            </a:r>
            <a:r>
              <a:rPr lang="en-US" dirty="0" err="1"/>
              <a:t>vânt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nori</a:t>
            </a:r>
            <a:r>
              <a:rPr lang="en-US" dirty="0"/>
              <a:t>
★</a:t>
            </a:r>
            <a:r>
              <a:rPr lang="en-US" dirty="0" err="1"/>
              <a:t>Specii</a:t>
            </a:r>
            <a:r>
              <a:rPr lang="en-US" dirty="0"/>
              <a:t> </a:t>
            </a:r>
            <a:r>
              <a:rPr lang="en-US" dirty="0" err="1"/>
              <a:t>pescuite</a:t>
            </a:r>
            <a:r>
              <a:rPr lang="en-US" dirty="0"/>
              <a:t> </a:t>
            </a:r>
            <a:r>
              <a:rPr lang="en-US" dirty="0" err="1"/>
              <a:t>frecvent</a:t>
            </a:r>
            <a:r>
              <a:rPr lang="en-US" dirty="0"/>
              <a:t>:
	•	crap
	•	</a:t>
            </a:r>
            <a:r>
              <a:rPr lang="en-US" dirty="0" err="1"/>
              <a:t>caras</a:t>
            </a:r>
            <a:r>
              <a:rPr lang="en-US" dirty="0"/>
              <a:t>
	•	</a:t>
            </a:r>
            <a:r>
              <a:rPr lang="en-US" dirty="0" err="1"/>
              <a:t>somn</a:t>
            </a:r>
            <a:r>
              <a:rPr lang="en-US" dirty="0"/>
              <a:t>
	•	</a:t>
            </a:r>
            <a:r>
              <a:rPr lang="en-US" dirty="0" err="1"/>
              <a:t>știucă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7ED677-EAE5-FD38-0C1A-EC7968A6B4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2989" y="21441"/>
            <a:ext cx="3356811" cy="23369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B5A5E1-B950-3A44-7DA9-F03DC2B50F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9463" y="2293942"/>
            <a:ext cx="3056021" cy="23449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9F9382-6CC9-C712-6EB5-43C4918DC1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2403" y="4638867"/>
            <a:ext cx="3930692" cy="2122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908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8C5C88-BB2D-D623-9350-3855E5B159C6}"/>
              </a:ext>
            </a:extLst>
          </p:cNvPr>
          <p:cNvSpPr txBox="1"/>
          <p:nvPr/>
        </p:nvSpPr>
        <p:spPr>
          <a:xfrm>
            <a:off x="84220" y="-1"/>
            <a:ext cx="11959391" cy="717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★</a:t>
            </a:r>
            <a:r>
              <a:rPr lang="en-US" dirty="0" err="1"/>
              <a:t>Obiceiuri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tradiții</a:t>
            </a:r>
            <a:r>
              <a:rPr lang="en-US" dirty="0"/>
              <a:t>
</a:t>
            </a:r>
            <a:r>
              <a:rPr lang="en-US" dirty="0" err="1"/>
              <a:t>Viața</a:t>
            </a:r>
            <a:r>
              <a:rPr lang="en-US" dirty="0"/>
              <a:t> </a:t>
            </a:r>
            <a:r>
              <a:rPr lang="en-US" dirty="0" err="1"/>
              <a:t>pescarilor</a:t>
            </a:r>
            <a:r>
              <a:rPr lang="en-US" dirty="0"/>
              <a:t> </a:t>
            </a:r>
            <a:r>
              <a:rPr lang="en-US" dirty="0" err="1"/>
              <a:t>păstrează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obiceiuri</a:t>
            </a:r>
            <a:r>
              <a:rPr lang="en-US" dirty="0"/>
              <a:t> </a:t>
            </a:r>
            <a:r>
              <a:rPr lang="en-US" dirty="0" err="1"/>
              <a:t>vechi</a:t>
            </a:r>
            <a:r>
              <a:rPr lang="en-US" dirty="0"/>
              <a:t>:
•Barcia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considerată</a:t>
            </a:r>
            <a:r>
              <a:rPr lang="en-US" dirty="0"/>
              <a:t> </a:t>
            </a:r>
            <a:r>
              <a:rPr lang="en-US" dirty="0" err="1"/>
              <a:t>esențială</a:t>
            </a:r>
            <a:r>
              <a:rPr lang="en-US" dirty="0"/>
              <a:t>, </a:t>
            </a:r>
            <a:r>
              <a:rPr lang="en-US" dirty="0" err="1"/>
              <a:t>aproape</a:t>
            </a:r>
            <a:r>
              <a:rPr lang="en-US" dirty="0"/>
              <a:t> ca o </a:t>
            </a:r>
            <a:r>
              <a:rPr lang="en-US" dirty="0" err="1"/>
              <a:t>extensie</a:t>
            </a:r>
            <a:r>
              <a:rPr lang="en-US" dirty="0"/>
              <a:t> a </a:t>
            </a:r>
            <a:r>
              <a:rPr lang="en-US" dirty="0" err="1"/>
              <a:t>casei</a:t>
            </a:r>
            <a:r>
              <a:rPr lang="en-US" dirty="0"/>
              <a:t>
•Undelete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îngrijite</a:t>
            </a:r>
            <a:r>
              <a:rPr lang="en-US" dirty="0"/>
              <a:t> cu mare </a:t>
            </a:r>
            <a:r>
              <a:rPr lang="en-US" dirty="0" err="1"/>
              <a:t>atenție</a:t>
            </a:r>
            <a:r>
              <a:rPr lang="en-US" dirty="0"/>
              <a:t>
•</a:t>
            </a:r>
            <a:r>
              <a:rPr lang="en-US" dirty="0" err="1"/>
              <a:t>Există</a:t>
            </a:r>
            <a:r>
              <a:rPr lang="en-US" dirty="0"/>
              <a:t> </a:t>
            </a:r>
            <a:r>
              <a:rPr lang="en-US" dirty="0" err="1"/>
              <a:t>superstiții</a:t>
            </a:r>
            <a:r>
              <a:rPr lang="en-US" dirty="0"/>
              <a:t>: </a:t>
            </a:r>
            <a:r>
              <a:rPr lang="en-US" dirty="0" err="1"/>
              <a:t>unii</a:t>
            </a:r>
            <a:r>
              <a:rPr lang="en-US" dirty="0"/>
              <a:t> </a:t>
            </a:r>
            <a:r>
              <a:rPr lang="en-US" dirty="0" err="1"/>
              <a:t>evită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plece</a:t>
            </a:r>
            <a:r>
              <a:rPr lang="en-US" dirty="0"/>
              <a:t> la </a:t>
            </a:r>
            <a:r>
              <a:rPr lang="en-US" dirty="0" err="1"/>
              <a:t>pescuit</a:t>
            </a:r>
            <a:r>
              <a:rPr lang="en-US" dirty="0"/>
              <a:t> </a:t>
            </a:r>
            <a:r>
              <a:rPr lang="en-US" dirty="0" err="1"/>
              <a:t>după</a:t>
            </a:r>
            <a:r>
              <a:rPr lang="en-US" dirty="0"/>
              <a:t> </a:t>
            </a:r>
            <a:r>
              <a:rPr lang="en-US" dirty="0" err="1"/>
              <a:t>anumite</a:t>
            </a:r>
            <a:r>
              <a:rPr lang="en-US" dirty="0"/>
              <a:t> </a:t>
            </a:r>
            <a:r>
              <a:rPr lang="en-US" dirty="0" err="1"/>
              <a:t>semne</a:t>
            </a:r>
            <a:r>
              <a:rPr lang="en-US" dirty="0"/>
              <a:t> considerate </a:t>
            </a:r>
            <a:r>
              <a:rPr lang="en-US" dirty="0" err="1"/>
              <a:t>rele</a:t>
            </a:r>
            <a:r>
              <a:rPr lang="en-US" dirty="0"/>
              <a:t>
•</a:t>
            </a:r>
            <a:r>
              <a:rPr lang="en-US" dirty="0" err="1"/>
              <a:t>Respectă</a:t>
            </a:r>
            <a:r>
              <a:rPr lang="en-US" dirty="0"/>
              <a:t> </a:t>
            </a:r>
            <a:r>
              <a:rPr lang="en-US" dirty="0" err="1"/>
              <a:t>mult</a:t>
            </a:r>
            <a:r>
              <a:rPr lang="en-US" dirty="0"/>
              <a:t> </a:t>
            </a:r>
            <a:r>
              <a:rPr lang="en-US" dirty="0" err="1"/>
              <a:t>ciclul</a:t>
            </a:r>
            <a:r>
              <a:rPr lang="en-US" dirty="0"/>
              <a:t> </a:t>
            </a:r>
            <a:r>
              <a:rPr lang="en-US" dirty="0" err="1"/>
              <a:t>naturii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perioadele</a:t>
            </a:r>
            <a:r>
              <a:rPr lang="en-US" dirty="0"/>
              <a:t> de </a:t>
            </a:r>
            <a:r>
              <a:rPr lang="en-US" dirty="0" err="1"/>
              <a:t>reproducere</a:t>
            </a:r>
            <a:r>
              <a:rPr lang="en-US" dirty="0"/>
              <a:t> ale </a:t>
            </a:r>
            <a:r>
              <a:rPr lang="en-US" dirty="0" err="1"/>
              <a:t>peștilor</a:t>
            </a:r>
            <a:r>
              <a:rPr lang="en-US" dirty="0"/>
              <a:t>
★</a:t>
            </a:r>
            <a:r>
              <a:rPr lang="en-US" dirty="0" err="1"/>
              <a:t>Alimentația</a:t>
            </a:r>
            <a:r>
              <a:rPr lang="en-US" dirty="0"/>
              <a:t> </a:t>
            </a:r>
            <a:r>
              <a:rPr lang="en-US" dirty="0" err="1"/>
              <a:t>tradițională</a:t>
            </a:r>
            <a:r>
              <a:rPr lang="en-US" dirty="0"/>
              <a:t>
</a:t>
            </a:r>
            <a:r>
              <a:rPr lang="en-US" dirty="0" err="1"/>
              <a:t>Mâncarea</a:t>
            </a:r>
            <a:r>
              <a:rPr lang="en-US" dirty="0"/>
              <a:t> </a:t>
            </a:r>
            <a:r>
              <a:rPr lang="en-US" dirty="0" err="1"/>
              <a:t>lor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simplă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bazată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pește</a:t>
            </a:r>
            <a:r>
              <a:rPr lang="en-US" dirty="0"/>
              <a:t>:
•</a:t>
            </a:r>
            <a:r>
              <a:rPr lang="en-US" dirty="0" err="1"/>
              <a:t>borș</a:t>
            </a:r>
            <a:r>
              <a:rPr lang="en-US" dirty="0"/>
              <a:t> </a:t>
            </a:r>
            <a:r>
              <a:rPr lang="en-US" dirty="0" err="1"/>
              <a:t>pescăresc</a:t>
            </a:r>
            <a:r>
              <a:rPr lang="en-US" dirty="0"/>
              <a:t> 
•</a:t>
            </a:r>
            <a:r>
              <a:rPr lang="en-US" dirty="0" err="1"/>
              <a:t>pește</a:t>
            </a:r>
            <a:r>
              <a:rPr lang="en-US" dirty="0"/>
              <a:t> la </a:t>
            </a:r>
            <a:r>
              <a:rPr lang="en-US" dirty="0" err="1"/>
              <a:t>proțap</a:t>
            </a:r>
            <a:r>
              <a:rPr lang="en-US" dirty="0"/>
              <a:t>
•samurai
•paste </a:t>
            </a:r>
            <a:r>
              <a:rPr lang="en-US" dirty="0" err="1"/>
              <a:t>afumat</a:t>
            </a:r>
            <a:r>
              <a:rPr lang="en-US" dirty="0"/>
              <a:t>
Un </a:t>
            </a:r>
            <a:r>
              <a:rPr lang="en-US" dirty="0" err="1"/>
              <a:t>preparat</a:t>
            </a:r>
            <a:r>
              <a:rPr lang="en-US" dirty="0"/>
              <a:t> </a:t>
            </a:r>
            <a:r>
              <a:rPr lang="en-US" dirty="0" err="1"/>
              <a:t>celebru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deltă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borșul</a:t>
            </a:r>
            <a:r>
              <a:rPr lang="en-US" dirty="0"/>
              <a:t> </a:t>
            </a:r>
            <a:r>
              <a:rPr lang="en-US" dirty="0" err="1"/>
              <a:t>făcut</a:t>
            </a:r>
            <a:r>
              <a:rPr lang="en-US" dirty="0"/>
              <a:t> direct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malul</a:t>
            </a:r>
            <a:r>
              <a:rPr lang="en-US" dirty="0"/>
              <a:t> </a:t>
            </a:r>
            <a:r>
              <a:rPr lang="en-US" dirty="0" err="1"/>
              <a:t>apei</a:t>
            </a:r>
            <a:r>
              <a:rPr lang="en-US" dirty="0"/>
              <a:t>, din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tipuri</a:t>
            </a:r>
            <a:r>
              <a:rPr lang="en-US" dirty="0"/>
              <a:t> de </a:t>
            </a:r>
            <a:r>
              <a:rPr lang="en-US" dirty="0" err="1"/>
              <a:t>pește</a:t>
            </a:r>
            <a:r>
              <a:rPr lang="en-US" dirty="0"/>
              <a:t>.
★</a:t>
            </a:r>
            <a:r>
              <a:rPr lang="en-US" dirty="0" err="1"/>
              <a:t>Viața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comunitate</a:t>
            </a:r>
            <a:r>
              <a:rPr lang="en-US" dirty="0"/>
              <a:t>
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sate din </a:t>
            </a:r>
            <a:r>
              <a:rPr lang="en-US" dirty="0" err="1"/>
              <a:t>deltă</a:t>
            </a:r>
            <a:r>
              <a:rPr lang="en-US" dirty="0"/>
              <a:t>:
•</a:t>
            </a:r>
            <a:r>
              <a:rPr lang="en-US" dirty="0" err="1"/>
              <a:t>oamenii</a:t>
            </a:r>
            <a:r>
              <a:rPr lang="en-US" dirty="0"/>
              <a:t> se </a:t>
            </a:r>
            <a:r>
              <a:rPr lang="en-US" dirty="0" err="1"/>
              <a:t>cunosc</a:t>
            </a:r>
            <a:r>
              <a:rPr lang="en-US" dirty="0"/>
              <a:t> </a:t>
            </a:r>
            <a:r>
              <a:rPr lang="en-US" dirty="0" err="1"/>
              <a:t>între</a:t>
            </a:r>
            <a:r>
              <a:rPr lang="en-US" dirty="0"/>
              <a:t>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foarte</a:t>
            </a:r>
            <a:r>
              <a:rPr lang="en-US" dirty="0"/>
              <a:t> bine
•se </a:t>
            </a:r>
            <a:r>
              <a:rPr lang="en-US" dirty="0" err="1"/>
              <a:t>ajută</a:t>
            </a:r>
            <a:r>
              <a:rPr lang="en-US" dirty="0"/>
              <a:t> </a:t>
            </a:r>
            <a:r>
              <a:rPr lang="en-US" dirty="0" err="1"/>
              <a:t>reciproc</a:t>
            </a:r>
            <a:r>
              <a:rPr lang="en-US" dirty="0"/>
              <a:t> la </a:t>
            </a:r>
            <a:r>
              <a:rPr lang="en-US" dirty="0" err="1"/>
              <a:t>reparat</a:t>
            </a:r>
            <a:r>
              <a:rPr lang="en-US" dirty="0"/>
              <a:t> </a:t>
            </a:r>
            <a:r>
              <a:rPr lang="en-US" dirty="0" err="1"/>
              <a:t>bărci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plase</a:t>
            </a:r>
            <a:r>
              <a:rPr lang="en-US" dirty="0"/>
              <a:t>
•</a:t>
            </a:r>
            <a:r>
              <a:rPr lang="en-US" dirty="0" err="1"/>
              <a:t>sărbătoriile</a:t>
            </a:r>
            <a:r>
              <a:rPr lang="en-US" dirty="0"/>
              <a:t> locale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importante</a:t>
            </a:r>
            <a:r>
              <a:rPr lang="en-US" dirty="0"/>
              <a:t>
</a:t>
            </a:r>
            <a:r>
              <a:rPr lang="en-US" dirty="0" err="1"/>
              <a:t>Satele</a:t>
            </a:r>
            <a:r>
              <a:rPr lang="en-US" dirty="0"/>
              <a:t> </a:t>
            </a:r>
            <a:r>
              <a:rPr lang="en-US" dirty="0" err="1"/>
              <a:t>precum</a:t>
            </a:r>
            <a:r>
              <a:rPr lang="en-US" dirty="0"/>
              <a:t> </a:t>
            </a:r>
            <a:r>
              <a:rPr lang="en-US" dirty="0" err="1"/>
              <a:t>Sfântu</a:t>
            </a:r>
            <a:r>
              <a:rPr lang="en-US" dirty="0"/>
              <a:t> Gheorghe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Crișan</a:t>
            </a:r>
            <a:r>
              <a:rPr lang="en-US" dirty="0"/>
              <a:t> </a:t>
            </a:r>
            <a:r>
              <a:rPr lang="en-US" dirty="0" err="1"/>
              <a:t>păstrează</a:t>
            </a:r>
            <a:r>
              <a:rPr lang="en-US" dirty="0"/>
              <a:t> </a:t>
            </a:r>
            <a:r>
              <a:rPr lang="en-US" dirty="0" err="1"/>
              <a:t>foarte</a:t>
            </a:r>
            <a:r>
              <a:rPr lang="en-US" dirty="0"/>
              <a:t> bine </a:t>
            </a:r>
            <a:r>
              <a:rPr lang="en-US" dirty="0" err="1"/>
              <a:t>acest</a:t>
            </a:r>
            <a:r>
              <a:rPr lang="en-US" dirty="0"/>
              <a:t> mod de </a:t>
            </a:r>
            <a:r>
              <a:rPr lang="en-US" dirty="0" err="1"/>
              <a:t>viață</a:t>
            </a:r>
            <a:r>
              <a:rPr lang="en-US" dirty="0"/>
              <a:t>.
★</a:t>
            </a:r>
            <a:r>
              <a:rPr lang="en-US" dirty="0" err="1"/>
              <a:t>Probleme</a:t>
            </a:r>
            <a:r>
              <a:rPr lang="en-US" dirty="0"/>
              <a:t> </a:t>
            </a:r>
            <a:r>
              <a:rPr lang="en-US" dirty="0" err="1"/>
              <a:t>actuale</a:t>
            </a:r>
            <a:r>
              <a:rPr lang="en-US" dirty="0"/>
              <a:t>
</a:t>
            </a:r>
            <a:r>
              <a:rPr lang="en-US" dirty="0" err="1"/>
              <a:t>Astăzi</a:t>
            </a:r>
            <a:r>
              <a:rPr lang="en-US" dirty="0"/>
              <a:t> </a:t>
            </a:r>
            <a:r>
              <a:rPr lang="en-US" dirty="0" err="1"/>
              <a:t>pescarii</a:t>
            </a:r>
            <a:r>
              <a:rPr lang="en-US" dirty="0"/>
              <a:t> se </a:t>
            </a:r>
            <a:r>
              <a:rPr lang="en-US" dirty="0" err="1"/>
              <a:t>confruntă</a:t>
            </a:r>
            <a:r>
              <a:rPr lang="en-US" dirty="0"/>
              <a:t> cu:
•</a:t>
            </a:r>
            <a:r>
              <a:rPr lang="en-US" dirty="0" err="1"/>
              <a:t>restricții</a:t>
            </a:r>
            <a:r>
              <a:rPr lang="en-US" dirty="0"/>
              <a:t> de </a:t>
            </a:r>
            <a:r>
              <a:rPr lang="en-US" dirty="0" err="1"/>
              <a:t>pescuit</a:t>
            </a:r>
            <a:r>
              <a:rPr lang="en-US" dirty="0"/>
              <a:t>
•</a:t>
            </a:r>
            <a:r>
              <a:rPr lang="en-US" dirty="0" err="1"/>
              <a:t>scăderea</a:t>
            </a:r>
            <a:r>
              <a:rPr lang="en-US" dirty="0"/>
              <a:t> </a:t>
            </a:r>
            <a:r>
              <a:rPr lang="en-US" dirty="0" err="1"/>
              <a:t>cantității</a:t>
            </a:r>
            <a:r>
              <a:rPr lang="en-US" dirty="0"/>
              <a:t> de </a:t>
            </a:r>
            <a:r>
              <a:rPr lang="en-US" dirty="0" err="1"/>
              <a:t>pește</a:t>
            </a:r>
            <a:r>
              <a:rPr lang="en-US" dirty="0"/>
              <a:t>
•</a:t>
            </a:r>
            <a:r>
              <a:rPr lang="en-US" dirty="0" err="1"/>
              <a:t>schimbări</a:t>
            </a:r>
            <a:r>
              <a:rPr lang="en-US" dirty="0"/>
              <a:t> </a:t>
            </a:r>
            <a:r>
              <a:rPr lang="en-US" dirty="0" err="1"/>
              <a:t>climatice</a:t>
            </a:r>
            <a:r>
              <a:rPr lang="en-US" dirty="0"/>
              <a:t>
•</a:t>
            </a:r>
            <a:r>
              <a:rPr lang="en-US" dirty="0" err="1"/>
              <a:t>concurența</a:t>
            </a:r>
            <a:r>
              <a:rPr lang="en-US" dirty="0"/>
              <a:t> </a:t>
            </a:r>
            <a:r>
              <a:rPr lang="en-US" dirty="0" err="1"/>
              <a:t>turismului</a:t>
            </a:r>
            <a:r>
              <a:rPr lang="en-US" dirty="0"/>
              <a:t> modern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EDE11A-C63D-2EBB-5D5B-5B527BDE1A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6424" y="-85336"/>
            <a:ext cx="2425576" cy="38162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1DD518-7BBD-A75D-6384-E800445EAD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2737" y="3645568"/>
            <a:ext cx="3296653" cy="317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860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B78064-A316-3753-9631-C59417C669DA}"/>
              </a:ext>
            </a:extLst>
          </p:cNvPr>
          <p:cNvSpPr txBox="1"/>
          <p:nvPr/>
        </p:nvSpPr>
        <p:spPr>
          <a:xfrm>
            <a:off x="0" y="0"/>
            <a:ext cx="89755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 err="1"/>
              <a:t>Concluzie</a:t>
            </a:r>
            <a:r>
              <a:rPr lang="en-US" dirty="0"/>
              <a:t>:</a:t>
            </a:r>
          </a:p>
          <a:p>
            <a:pPr algn="l"/>
            <a:r>
              <a:rPr lang="en-US" dirty="0" err="1"/>
              <a:t>Pescarii</a:t>
            </a:r>
            <a:r>
              <a:rPr lang="en-US" dirty="0"/>
              <a:t> care </a:t>
            </a:r>
            <a:r>
              <a:rPr lang="en-US" dirty="0" err="1"/>
              <a:t>locuiesc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Delta </a:t>
            </a:r>
            <a:r>
              <a:rPr lang="en-US" dirty="0" err="1"/>
              <a:t>Dunării</a:t>
            </a:r>
            <a:r>
              <a:rPr lang="en-US" dirty="0"/>
              <a:t> au un </a:t>
            </a:r>
            <a:r>
              <a:rPr lang="en-US" dirty="0" err="1"/>
              <a:t>stil</a:t>
            </a:r>
            <a:r>
              <a:rPr lang="en-US" dirty="0"/>
              <a:t> de </a:t>
            </a:r>
            <a:r>
              <a:rPr lang="en-US" dirty="0" err="1"/>
              <a:t>viata</a:t>
            </a:r>
            <a:r>
              <a:rPr lang="en-US" dirty="0"/>
              <a:t> </a:t>
            </a:r>
            <a:r>
              <a:rPr lang="en-US" dirty="0" err="1"/>
              <a:t>impresionant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activ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care se </a:t>
            </a:r>
            <a:r>
              <a:rPr lang="en-US" dirty="0" err="1"/>
              <a:t>conectează</a:t>
            </a:r>
            <a:r>
              <a:rPr lang="en-US" dirty="0"/>
              <a:t> cu </a:t>
            </a:r>
            <a:r>
              <a:rPr lang="en-US" dirty="0" err="1"/>
              <a:t>natura</a:t>
            </a:r>
            <a:r>
              <a:rPr lang="en-US" dirty="0"/>
              <a:t> </a:t>
            </a:r>
            <a:r>
              <a:rPr lang="en-US" dirty="0" err="1"/>
              <a:t>terestră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acvatica</a:t>
            </a:r>
            <a:r>
              <a:rPr lang="en-US" dirty="0"/>
              <a:t>, </a:t>
            </a:r>
            <a:r>
              <a:rPr lang="en-US" dirty="0" err="1"/>
              <a:t>iar</a:t>
            </a:r>
            <a:r>
              <a:rPr lang="en-US" dirty="0"/>
              <a:t> </a:t>
            </a:r>
            <a:r>
              <a:rPr lang="en-US" dirty="0" err="1"/>
              <a:t>aceștia</a:t>
            </a:r>
            <a:r>
              <a:rPr lang="en-US" dirty="0"/>
              <a:t> </a:t>
            </a:r>
            <a:r>
              <a:rPr lang="en-US" dirty="0" err="1"/>
              <a:t>dețin</a:t>
            </a:r>
            <a:r>
              <a:rPr lang="en-US" dirty="0"/>
              <a:t> </a:t>
            </a:r>
            <a:r>
              <a:rPr lang="en-US" dirty="0" err="1"/>
              <a:t>activități</a:t>
            </a:r>
            <a:r>
              <a:rPr lang="en-US" dirty="0"/>
              <a:t> </a:t>
            </a:r>
            <a:r>
              <a:rPr lang="en-US" dirty="0" err="1"/>
              <a:t>captivante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unele</a:t>
            </a:r>
            <a:r>
              <a:rPr lang="en-US" dirty="0"/>
              <a:t> </a:t>
            </a:r>
            <a:r>
              <a:rPr lang="en-US" dirty="0" err="1"/>
              <a:t>chiar</a:t>
            </a:r>
            <a:r>
              <a:rPr lang="en-US" dirty="0"/>
              <a:t> </a:t>
            </a:r>
            <a:r>
              <a:rPr lang="en-US" dirty="0" err="1"/>
              <a:t>greu</a:t>
            </a:r>
            <a:r>
              <a:rPr lang="en-US" dirty="0"/>
              <a:t> de </a:t>
            </a:r>
            <a:r>
              <a:rPr lang="en-US" dirty="0" err="1"/>
              <a:t>executat</a:t>
            </a:r>
            <a:r>
              <a:rPr lang="en-US" dirty="0"/>
              <a:t> </a:t>
            </a:r>
            <a:r>
              <a:rPr lang="en-US" dirty="0" err="1"/>
              <a:t>ceea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ii face o </a:t>
            </a:r>
            <a:r>
              <a:rPr lang="en-US" dirty="0" err="1"/>
              <a:t>comunitate</a:t>
            </a:r>
            <a:r>
              <a:rPr lang="en-US" dirty="0"/>
              <a:t> </a:t>
            </a:r>
            <a:r>
              <a:rPr lang="en-US" dirty="0" err="1"/>
              <a:t>minunata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4F431C-06D5-6BE4-FDC7-6A189A6F36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1611" y="1200329"/>
            <a:ext cx="3910263" cy="26257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9F85996-6F24-34EF-F523-59CBA54FFB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0329"/>
            <a:ext cx="6654800" cy="26257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A838A1-2429-05F6-CDEA-390CBA780D75}"/>
              </a:ext>
            </a:extLst>
          </p:cNvPr>
          <p:cNvSpPr txBox="1"/>
          <p:nvPr/>
        </p:nvSpPr>
        <p:spPr>
          <a:xfrm>
            <a:off x="685800" y="4199021"/>
            <a:ext cx="6785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 err="1"/>
              <a:t>Sursele</a:t>
            </a:r>
            <a:r>
              <a:rPr lang="en-US" dirty="0"/>
              <a:t> de </a:t>
            </a:r>
            <a:r>
              <a:rPr lang="en-US" dirty="0" err="1"/>
              <a:t>informație</a:t>
            </a:r>
            <a:r>
              <a:rPr lang="en-US" dirty="0"/>
              <a:t> </a:t>
            </a:r>
            <a:r>
              <a:rPr lang="en-US" dirty="0" err="1"/>
              <a:t>folosite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acest</a:t>
            </a:r>
            <a:r>
              <a:rPr lang="en-US" dirty="0"/>
              <a:t> </a:t>
            </a:r>
            <a:r>
              <a:rPr lang="en-US" dirty="0" err="1"/>
              <a:t>proiect</a:t>
            </a:r>
            <a:r>
              <a:rPr lang="en-US" dirty="0"/>
              <a:t> au </a:t>
            </a:r>
            <a:r>
              <a:rPr lang="en-US" dirty="0" err="1"/>
              <a:t>fost</a:t>
            </a:r>
            <a:r>
              <a:rPr lang="en-US" dirty="0"/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AC51F4-26E2-CA3F-8988-52750C226E64}"/>
              </a:ext>
            </a:extLst>
          </p:cNvPr>
          <p:cNvSpPr txBox="1"/>
          <p:nvPr/>
        </p:nvSpPr>
        <p:spPr>
          <a:xfrm>
            <a:off x="685800" y="4657038"/>
            <a:ext cx="1864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Wikipedia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50EE82-B91B-CD34-9021-87857DDAD764}"/>
              </a:ext>
            </a:extLst>
          </p:cNvPr>
          <p:cNvSpPr txBox="1"/>
          <p:nvPr/>
        </p:nvSpPr>
        <p:spPr>
          <a:xfrm>
            <a:off x="3279274" y="4657038"/>
            <a:ext cx="3453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Gemini</a:t>
            </a:r>
          </a:p>
        </p:txBody>
      </p:sp>
    </p:spTree>
    <p:extLst>
      <p:ext uri="{BB962C8B-B14F-4D97-AF65-F5344CB8AC3E}">
        <p14:creationId xmlns:p14="http://schemas.microsoft.com/office/powerpoint/2010/main" val="657212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Viața pescarilor din Delta Dunării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Viața pescarilor din Delta Dunării </dc:title>
  <dc:creator>Medeea Dorobanțu</dc:creator>
  <cp:lastModifiedBy>Medeea Dorobanțu</cp:lastModifiedBy>
  <cp:revision>6</cp:revision>
  <dcterms:created xsi:type="dcterms:W3CDTF">2026-03-28T14:58:38Z</dcterms:created>
  <dcterms:modified xsi:type="dcterms:W3CDTF">2026-03-30T09:29:57Z</dcterms:modified>
</cp:coreProperties>
</file>