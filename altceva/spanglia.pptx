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4"/>
  </p:sldMasterIdLst>
  <p:notesMasterIdLst>
    <p:notesMasterId r:id="rId12"/>
  </p:notesMasterIdLst>
  <p:handoutMasterIdLst>
    <p:handoutMasterId r:id="rId13"/>
  </p:handoutMasterIdLst>
  <p:sldIdLst>
    <p:sldId id="1638" r:id="rId5"/>
    <p:sldId id="257" r:id="rId6"/>
    <p:sldId id="1612" r:id="rId7"/>
    <p:sldId id="259" r:id="rId8"/>
    <p:sldId id="260" r:id="rId9"/>
    <p:sldId id="1639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04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6464"/>
    </p:cViewPr>
  </p:sorter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D0D36FE-2517-024E-B081-D0B2295EA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6014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AD774-9783-18D4-7A22-0650BD37C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4216" y="1746504"/>
            <a:ext cx="4160520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9704" y="4288536"/>
            <a:ext cx="3218688" cy="13167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FFA8EE-2172-4D56-A955-977809E8E914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74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A2AE6C5D-24D6-447C-983C-8076C54F463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30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142CE-648A-1FF7-D28A-1CDAA482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746504"/>
            <a:ext cx="7616952" cy="18836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88536"/>
            <a:ext cx="7616952" cy="10424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84EBF-3E88-4A0B-FB51-6F3F98FA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51BD1-E526-ACBD-4244-F9E89D08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249E0-8120-4E46-8D3C-FFDE09A5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90C99E4-5640-4B3E-A97D-2F1D970847AA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0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313" y="1231637"/>
            <a:ext cx="6137453" cy="269845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3315" y="5010911"/>
            <a:ext cx="6137452" cy="81930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3037B3-8974-2599-9C16-662BA594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59441" y="480458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A0788F-C47A-4688-AAC9-8212EC62584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652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9752AE3-E97E-6381-3066-90B73D6C2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3"/>
            <a:ext cx="10667999" cy="5333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FC1D47-D22E-C8B6-52EE-977FA326B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50741" y="457200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20D13D9-271B-1B45-E2B5-49ADC53F7EFB}"/>
              </a:ext>
            </a:extLst>
          </p:cNvPr>
          <p:cNvSpPr/>
          <p:nvPr/>
        </p:nvSpPr>
        <p:spPr>
          <a:xfrm>
            <a:off x="6590056" y="1283542"/>
            <a:ext cx="4306824" cy="4306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5176"/>
            <a:ext cx="4672584" cy="28412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5999" y="4983480"/>
            <a:ext cx="467258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FBACAA98-741E-5E01-790D-22D994E62D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1777" y="1264436"/>
            <a:ext cx="4329128" cy="4329128"/>
          </a:xfrm>
          <a:custGeom>
            <a:avLst/>
            <a:gdLst>
              <a:gd name="connsiteX0" fmla="*/ 2164564 w 4329128"/>
              <a:gd name="connsiteY0" fmla="*/ 0 h 4329128"/>
              <a:gd name="connsiteX1" fmla="*/ 4329128 w 4329128"/>
              <a:gd name="connsiteY1" fmla="*/ 2164564 h 4329128"/>
              <a:gd name="connsiteX2" fmla="*/ 2164564 w 4329128"/>
              <a:gd name="connsiteY2" fmla="*/ 4329128 h 4329128"/>
              <a:gd name="connsiteX3" fmla="*/ 0 w 4329128"/>
              <a:gd name="connsiteY3" fmla="*/ 2164564 h 4329128"/>
              <a:gd name="connsiteX4" fmla="*/ 2164564 w 4329128"/>
              <a:gd name="connsiteY4" fmla="*/ 0 h 432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9128" h="4329128">
                <a:moveTo>
                  <a:pt x="2164564" y="0"/>
                </a:moveTo>
                <a:cubicBezTo>
                  <a:pt x="3360020" y="0"/>
                  <a:pt x="4329128" y="969108"/>
                  <a:pt x="4329128" y="2164564"/>
                </a:cubicBezTo>
                <a:cubicBezTo>
                  <a:pt x="4329128" y="3360020"/>
                  <a:pt x="3360020" y="4329128"/>
                  <a:pt x="2164564" y="4329128"/>
                </a:cubicBezTo>
                <a:cubicBezTo>
                  <a:pt x="969108" y="4329128"/>
                  <a:pt x="0" y="3360020"/>
                  <a:pt x="0" y="2164564"/>
                </a:cubicBezTo>
                <a:cubicBezTo>
                  <a:pt x="0" y="969108"/>
                  <a:pt x="969108" y="0"/>
                  <a:pt x="2164564" y="0"/>
                </a:cubicBezTo>
                <a:close/>
              </a:path>
            </a:pathLst>
          </a:custGeom>
          <a:blipFill dpi="0" rotWithShape="1"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C939-7FAD-347B-1591-43D9B3231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ACDE-68BE-0B6C-22AE-1B3B232E296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1B72-8374-965C-518F-8B0878FD79D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5861B11-817A-478B-9F27-B7D56C03E9A1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67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940CC8-5401-3EF9-398C-2A2492181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5330953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999" y="1236272"/>
            <a:ext cx="3959352" cy="288584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143" y="5029200"/>
            <a:ext cx="3941064" cy="7863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230C97-C8C3-2142-5720-3E811CE1E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63059" y="4732259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081DABC-6343-A24F-FE45-96400F8FB4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758951"/>
            <a:ext cx="5340096" cy="5333995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728580C-8778-854F-6D1B-9AF8BF5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ECBF32-23F4-84AC-A92D-D9821052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A7367A-7087-E045-A8D9-1DB09D3D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4E192D-1418-4101-9BFA-55C137A025CB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63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val 14">
            <a:extLst>
              <a:ext uri="{FF2B5EF4-FFF2-40B4-BE49-F238E27FC236}">
                <a16:creationId xmlns:a16="http://schemas.microsoft.com/office/drawing/2014/main" id="{D9699E7E-EA95-258E-EE85-5B6712A5D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096" y="1082040"/>
            <a:ext cx="4692243" cy="46922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12848"/>
            <a:ext cx="3941064" cy="142646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60E5C64-41A3-7E7F-EE42-A3FC02532B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0 w 12192000"/>
              <a:gd name="connsiteY0" fmla="*/ 1114197 h 6858000"/>
              <a:gd name="connsiteX1" fmla="*/ 733197 w 12192000"/>
              <a:gd name="connsiteY1" fmla="*/ 3429000 h 6858000"/>
              <a:gd name="connsiteX2" fmla="*/ 3048000 w 12192000"/>
              <a:gd name="connsiteY2" fmla="*/ 5743803 h 6858000"/>
              <a:gd name="connsiteX3" fmla="*/ 5362803 w 12192000"/>
              <a:gd name="connsiteY3" fmla="*/ 3429000 h 6858000"/>
              <a:gd name="connsiteX4" fmla="*/ 3048000 w 12192000"/>
              <a:gd name="connsiteY4" fmla="*/ 1114197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3048000" y="1114197"/>
                </a:moveTo>
                <a:cubicBezTo>
                  <a:pt x="1769570" y="1114197"/>
                  <a:pt x="733197" y="2150570"/>
                  <a:pt x="733197" y="3429000"/>
                </a:cubicBezTo>
                <a:cubicBezTo>
                  <a:pt x="733197" y="4707430"/>
                  <a:pt x="1769570" y="5743803"/>
                  <a:pt x="3048000" y="5743803"/>
                </a:cubicBezTo>
                <a:cubicBezTo>
                  <a:pt x="4326430" y="5743803"/>
                  <a:pt x="5362803" y="4707430"/>
                  <a:pt x="5362803" y="3429000"/>
                </a:cubicBezTo>
                <a:cubicBezTo>
                  <a:pt x="5362803" y="2150570"/>
                  <a:pt x="4326430" y="1114197"/>
                  <a:pt x="3048000" y="111419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A2E3A-6DE5-8378-A089-49E8A2E29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A0CB7-81FD-E5AB-555F-E1C775A2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4A870A-A927-4B80-CF98-DCEAE185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79C96-7BEB-F059-03DB-852A6D27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98E39E0-F096-42B0-9F1A-210D01A1F008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6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EC672D3-D8F8-3D61-3C4C-5C95F5E26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38975B-8704-9783-3024-A904B1D27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2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2286000"/>
            <a:ext cx="3941064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251960"/>
            <a:ext cx="3044952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048" y="0"/>
            <a:ext cx="6099048" cy="6858000"/>
          </a:xfrm>
          <a:prstGeom prst="rect">
            <a:avLst/>
          </a:pr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80C1F5F-6B70-4E44-A8D8-9F024A0B017D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80AD5-EDF0-8614-3A6E-738026A99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99874" y="972179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091" y="3072384"/>
            <a:ext cx="6812280" cy="2889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05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B311658-326E-8930-CE47-FD49EE7B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7864" y="750864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5FCFEE1-80FB-1203-A596-BBE1536F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7E0F55-068E-56E0-8F55-92F1DDFB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D804B75-28A8-B638-C43D-B5CD2E5B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25DAD9-7C57-4EE5-8C19-7CC0CB966ECE}" type="datetime4">
              <a:rPr lang="en-US" smtClean="0"/>
              <a:t>March 23, 2026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2426" y="1984248"/>
            <a:ext cx="4462272" cy="28895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13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6998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713FDA-ABFC-FBE4-9C4A-3A90A2222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03" y="1987906"/>
            <a:ext cx="3606394" cy="2882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6715" y="608991"/>
            <a:ext cx="494370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31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D08455-64EF-6D3F-F544-C7CBF0D57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609325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02" y="2357324"/>
            <a:ext cx="4396436" cy="21433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325112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87B6F1-20E0-4730-B472-4F9747DD0066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0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67" y="2320290"/>
            <a:ext cx="3691890" cy="22174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FB81A4-D995-C460-96DC-F799CEACAB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2825" cy="6858000"/>
          </a:xfrm>
          <a:custGeom>
            <a:avLst/>
            <a:gdLst>
              <a:gd name="connsiteX0" fmla="*/ 3046412 w 6092825"/>
              <a:gd name="connsiteY0" fmla="*/ 1298448 h 6858000"/>
              <a:gd name="connsiteX1" fmla="*/ 915860 w 6092825"/>
              <a:gd name="connsiteY1" fmla="*/ 3429000 h 6858000"/>
              <a:gd name="connsiteX2" fmla="*/ 3046412 w 6092825"/>
              <a:gd name="connsiteY2" fmla="*/ 5559552 h 6858000"/>
              <a:gd name="connsiteX3" fmla="*/ 5176964 w 6092825"/>
              <a:gd name="connsiteY3" fmla="*/ 3429000 h 6858000"/>
              <a:gd name="connsiteX4" fmla="*/ 3046412 w 6092825"/>
              <a:gd name="connsiteY4" fmla="*/ 1298448 h 6858000"/>
              <a:gd name="connsiteX5" fmla="*/ 0 w 6092825"/>
              <a:gd name="connsiteY5" fmla="*/ 0 h 6858000"/>
              <a:gd name="connsiteX6" fmla="*/ 6092825 w 6092825"/>
              <a:gd name="connsiteY6" fmla="*/ 0 h 6858000"/>
              <a:gd name="connsiteX7" fmla="*/ 6092825 w 6092825"/>
              <a:gd name="connsiteY7" fmla="*/ 6858000 h 6858000"/>
              <a:gd name="connsiteX8" fmla="*/ 0 w 609282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2825" h="6858000">
                <a:moveTo>
                  <a:pt x="3046412" y="1298448"/>
                </a:moveTo>
                <a:cubicBezTo>
                  <a:pt x="1869741" y="1298448"/>
                  <a:pt x="915860" y="2252329"/>
                  <a:pt x="915860" y="3429000"/>
                </a:cubicBezTo>
                <a:cubicBezTo>
                  <a:pt x="915860" y="4605671"/>
                  <a:pt x="1869741" y="5559552"/>
                  <a:pt x="3046412" y="5559552"/>
                </a:cubicBezTo>
                <a:cubicBezTo>
                  <a:pt x="4223083" y="5559552"/>
                  <a:pt x="5176964" y="4605671"/>
                  <a:pt x="5176964" y="3429000"/>
                </a:cubicBezTo>
                <a:cubicBezTo>
                  <a:pt x="5176964" y="2252329"/>
                  <a:pt x="4223083" y="1298448"/>
                  <a:pt x="3046412" y="1298448"/>
                </a:cubicBezTo>
                <a:close/>
                <a:moveTo>
                  <a:pt x="0" y="0"/>
                </a:moveTo>
                <a:lnTo>
                  <a:pt x="6092825" y="0"/>
                </a:lnTo>
                <a:lnTo>
                  <a:pt x="609282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608991"/>
            <a:ext cx="4427524" cy="5640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lphaLcPeriod"/>
              <a:defRPr lang="en-US" dirty="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romanLcPeriod"/>
              <a:defRPr lang="en-US" dirty="0">
                <a:solidFill>
                  <a:schemeClr val="bg1"/>
                </a:solidFill>
              </a:defRPr>
            </a:lvl3pPr>
            <a:lvl4pPr marL="914400" indent="-228600">
              <a:buFont typeface="+mj-lt"/>
              <a:buAutoNum type="arabicParenR"/>
              <a:defRPr lang="en-US" dirty="0">
                <a:solidFill>
                  <a:schemeClr val="bg1"/>
                </a:solidFill>
              </a:defRPr>
            </a:lvl4pPr>
            <a:lvl5pPr marL="1143000" indent="-228600">
              <a:buFont typeface="+mj-lt"/>
              <a:buAutoNum type="alphaLcParenR"/>
              <a:defRPr lang="en-US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80D44E4-BAE9-45B9-6C67-A2C19D4590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76D5F1B-44E3-F258-DAEF-5F05DA2DC8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5486D6-8955-5E05-F3AA-A1190FAD74A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87B6F1-20E0-4730-B472-4F9747DD0066}" type="datetime4">
              <a:rPr lang="en-US" smtClean="0"/>
              <a:pPr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28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982EE-7EF5-2FCA-4FED-13EAB746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0E446A1-A859-B438-0A68-770468ED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9008" y="6455664"/>
            <a:ext cx="630936" cy="429768"/>
          </a:xfr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FEF04-4D1E-3014-0055-82DE2450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4192" y="6483096"/>
            <a:ext cx="3657600" cy="365125"/>
          </a:xfrm>
        </p:spPr>
        <p:txBody>
          <a:bodyPr/>
          <a:lstStyle>
            <a:lvl1pPr algn="r">
              <a:defRPr/>
            </a:lvl1pPr>
          </a:lstStyle>
          <a:p>
            <a:fld id="{3968F040-9A2D-487C-9838-D433833E9BE2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7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92240"/>
            <a:ext cx="3657600" cy="36576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0532" y="6455664"/>
            <a:ext cx="630936" cy="42976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240" y="6492240"/>
            <a:ext cx="3657600" cy="36576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F743D32-6A3E-4A64-8C79-B02CFF48A7E1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720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02336"/>
            <a:ext cx="10634472" cy="108813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68" y="1771561"/>
            <a:ext cx="10639044" cy="4738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13AFFC-4568-3E17-7C33-09B92BCA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DB5C042-810A-BFD3-4734-36B6D403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6179C94-72AD-605C-3C39-C90A5F2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2A871AB-7ED5-4D4E-8A6F-E8F3178D2332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5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332BD-3B0A-AAC1-7FB3-E6D50A1D4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2" y="3429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952" y="950976"/>
            <a:ext cx="6108192" cy="20391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67125" y="3849688"/>
            <a:ext cx="4864100" cy="17192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30000"/>
              </a:lnSpc>
              <a:buNone/>
              <a:defRPr/>
            </a:lvl1pPr>
            <a:lvl2pPr marL="457200" indent="0" algn="ctr">
              <a:lnSpc>
                <a:spcPct val="130000"/>
              </a:lnSpc>
              <a:buNone/>
              <a:defRPr/>
            </a:lvl2pPr>
            <a:lvl3pPr marL="914400" indent="0" algn="ctr">
              <a:lnSpc>
                <a:spcPct val="130000"/>
              </a:lnSpc>
              <a:buNone/>
              <a:defRPr/>
            </a:lvl3pPr>
            <a:lvl4pPr marL="1371600" indent="0" algn="ctr">
              <a:lnSpc>
                <a:spcPct val="130000"/>
              </a:lnSpc>
              <a:buNone/>
              <a:defRPr/>
            </a:lvl4pPr>
            <a:lvl5pPr marL="1828800" indent="0" algn="ctr">
              <a:lnSpc>
                <a:spcPct val="13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20891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464" y="1856232"/>
            <a:ext cx="3904488" cy="217627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5E685B-79A8-DE9F-775F-AF1351EBAD5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9048" y="1856232"/>
            <a:ext cx="4480560" cy="3822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581FC-7877-B0CE-121D-A868F22C51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274D3-BE15-58C3-8621-19800A18B9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0F01D-414D-407C-1408-9645303C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05861B11-817A-478B-9F27-B7D56C03E9A1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3942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2DE3D-8384-2ED9-7C71-665F47AA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" y="2002536"/>
            <a:ext cx="5586984" cy="28986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1272" y="758952"/>
            <a:ext cx="3200400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A9F39B-6447-60F2-A02B-7241C415AB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154C80-9BCD-5911-3E82-CB97ECBB41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16BA4B7-B6C7-185E-7431-9A13D584D75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22E6E2B2-89ED-4010-BF21-01AAF1B26176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40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1344168"/>
            <a:ext cx="3986784" cy="38130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0952" y="1344168"/>
            <a:ext cx="5486400" cy="458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BCAAF6-AC06-E7D8-D0C6-D9D520E07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48925-A360-AD49-BC43-5262EA064B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585171-F384-B8C1-2D82-898DAB291C8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8C1E04B3-6EFC-4A78-AA6A-60832F17CF00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37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6" name="Oval 5">
            <a:extLst>
              <a:ext uri="{FF2B5EF4-FFF2-40B4-BE49-F238E27FC236}">
                <a16:creationId xmlns:a16="http://schemas.microsoft.com/office/drawing/2014/main" id="{E6D9E92F-86F7-70EE-6794-AB1238672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3411"/>
            <a:ext cx="4629606" cy="46296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2286000"/>
            <a:ext cx="3968496" cy="2286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0568" y="758952"/>
            <a:ext cx="439826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56C8F4CF-B70B-4C15-984E-A2819317B9BC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1" y="1042416"/>
            <a:ext cx="8778239" cy="85953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4712" y="2286000"/>
            <a:ext cx="8778240" cy="3858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EFC9B9E8-80AD-45CC-95E9-27F5BB7F39C8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04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E3C4E9-3EF9-F1D7-9682-F8F8A2128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50792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0784"/>
            <a:ext cx="3127248" cy="34472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312" y="758952"/>
            <a:ext cx="6419088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B6EFBAA-5DC1-29BB-5E7C-D3161CE84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B4F126-3659-1B8C-0217-AAEB427F4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5560928-8A30-5E32-D337-B8F5011C06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975AFCBC-EAEB-42CB-8D24-30DB5DBF59BF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74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026664" cy="4114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7952" y="548640"/>
            <a:ext cx="7159752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C1D2A58-BBFE-4FA3-82C9-F8405E63A9E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226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6720840" cy="11521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6720840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2064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591F76-1715-4F67-B3D5-49AB2AC038C7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668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312" y="603504"/>
            <a:ext cx="6464808" cy="13075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35D10-41EB-053D-2D2E-87120111A06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50792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2258568"/>
            <a:ext cx="6464808" cy="3995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60B1AB68-E524-45F3-BDEF-1171DB6F8FE2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86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56032"/>
            <a:ext cx="6949439" cy="112471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55648"/>
            <a:ext cx="694944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016" y="758952"/>
            <a:ext cx="330098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B656B529-8CC8-41AF-B3B9-5F6CBDD653EB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44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74914"/>
            <a:ext cx="4544568" cy="12289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544568" cy="3950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58293" y="750863"/>
            <a:ext cx="5358384" cy="535838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 dpi="0" rotWithShape="1"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1E524DE9-A152-4C31-ADCE-A986CED17DA5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354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5477256" cy="11430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5330952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38544" y="1115568"/>
            <a:ext cx="4626864" cy="462686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C0AA3DF6-7586-4554-A0A7-5EA6F634DD80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3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10570464" cy="6217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37944"/>
            <a:ext cx="4261104" cy="426110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42432" y="1755648"/>
            <a:ext cx="5376672" cy="4416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F678DD5-4A78-4915-8B2F-9F728F25EACB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49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473659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475488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3808" y="0"/>
            <a:ext cx="6108192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96D8935-F81E-4ACE-9357-FFBB85497D10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3423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582" y="758952"/>
            <a:ext cx="384213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6835155" cy="6857999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69582" y="2258568"/>
            <a:ext cx="3700397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9032EC0-3635-4E84-9DBA-120CF3291268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828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497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9" y="2258568"/>
            <a:ext cx="3704970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69897" y="758952"/>
            <a:ext cx="6360104" cy="5330952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086B11-F8F7-41A1-8100-A1B2A659A8BB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67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619" y="1078992"/>
            <a:ext cx="2898648" cy="1947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1A58A98-8307-74B9-8466-17F65EA798A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7810394" cy="6858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3619" y="3099816"/>
            <a:ext cx="2898648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88F9E5-3D9D-C4E8-DF44-34F555905C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F38DE2-1429-FE2C-93AA-9AB9D9950E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AB3D1-987F-D6AE-2703-22238530CE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3141F61D-9B6F-4991-8217-155448F8718E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4342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10328"/>
            <a:ext cx="3621024" cy="138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400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DAB963-58B8-E061-879B-826ED90F4A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664" y="0"/>
            <a:ext cx="10680192" cy="4562856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0BDC3-84FA-EB76-95E5-B0B30F2D69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28215-E177-7864-608E-E316FDF22E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E53CA-A1D0-15C5-B9BF-4F653C8DE88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F9A12704-D1A4-47EE-A678-E3D89F2457B6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51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277856" cy="9235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648" y="1892808"/>
            <a:ext cx="3054096" cy="420624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1755648"/>
            <a:ext cx="7159752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fld id="{70153AA3-4A38-4943-836A-2819A5E5EE8A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2284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995928"/>
            <a:ext cx="3456432" cy="1920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0120" y="960120"/>
            <a:ext cx="2752344" cy="2752344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2312" y="758952"/>
            <a:ext cx="6382512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A17BE6-69A3-4517-A7DD-30A057B4C187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82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9477"/>
            <a:ext cx="4617720" cy="11978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B4AEC6-2EA4-A5BD-A76D-1C38CE894E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0976" y="2148840"/>
            <a:ext cx="3877056" cy="3877056"/>
          </a:xfrm>
          <a:custGeom>
            <a:avLst/>
            <a:gdLst>
              <a:gd name="connsiteX0" fmla="*/ 2679192 w 5358384"/>
              <a:gd name="connsiteY0" fmla="*/ 0 h 5358384"/>
              <a:gd name="connsiteX1" fmla="*/ 5358384 w 5358384"/>
              <a:gd name="connsiteY1" fmla="*/ 2679192 h 5358384"/>
              <a:gd name="connsiteX2" fmla="*/ 2679192 w 5358384"/>
              <a:gd name="connsiteY2" fmla="*/ 5358384 h 5358384"/>
              <a:gd name="connsiteX3" fmla="*/ 0 w 5358384"/>
              <a:gd name="connsiteY3" fmla="*/ 2679192 h 5358384"/>
              <a:gd name="connsiteX4" fmla="*/ 2679192 w 5358384"/>
              <a:gd name="connsiteY4" fmla="*/ 0 h 5358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8384" h="5358384">
                <a:moveTo>
                  <a:pt x="2679192" y="0"/>
                </a:moveTo>
                <a:cubicBezTo>
                  <a:pt x="4158869" y="0"/>
                  <a:pt x="5358384" y="1199515"/>
                  <a:pt x="5358384" y="2679192"/>
                </a:cubicBezTo>
                <a:cubicBezTo>
                  <a:pt x="5358384" y="4158869"/>
                  <a:pt x="4158869" y="5358384"/>
                  <a:pt x="2679192" y="5358384"/>
                </a:cubicBezTo>
                <a:cubicBezTo>
                  <a:pt x="1199515" y="5358384"/>
                  <a:pt x="0" y="4158869"/>
                  <a:pt x="0" y="2679192"/>
                </a:cubicBezTo>
                <a:cubicBezTo>
                  <a:pt x="0" y="1199515"/>
                  <a:pt x="1199515" y="0"/>
                  <a:pt x="2679192" y="0"/>
                </a:cubicBezTo>
                <a:close/>
              </a:path>
            </a:pathLst>
          </a:cu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43016" y="950976"/>
            <a:ext cx="5586984" cy="5330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B56CD-0412-499D-B7C9-AB2AAC92AE15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9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832104"/>
            <a:ext cx="3026664" cy="19751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62DDFA9-B759-66BE-7432-9BA3B78BA1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9808" y="3127248"/>
            <a:ext cx="2752344" cy="29718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7952" y="832104"/>
            <a:ext cx="7159752" cy="5266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32C641-BBC6-FDF1-6E07-A4ECB6F4E0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69CA60-CDC8-6DFB-019E-C9EAC0FF93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A71B670-6276-528F-4109-EE99F8B6D5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1A9647B-C464-4C42-94AF-33C5B2DD47F7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45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4484" y="552299"/>
            <a:ext cx="10543032" cy="41148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2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3244" y="4824374"/>
            <a:ext cx="7525512" cy="15453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3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3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3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3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A61EC-7FBA-4A9E-9442-8C179449C2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FCA03-0EA5-26E8-F7C9-22AD8F298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237A3-2F09-B8A5-B137-C37686B24A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1A9E56-5432-4BBA-932A-7E3894D85703}" type="datetime4">
              <a:rPr lang="en-US" smtClean="0"/>
              <a:pPr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42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B0096CA-75D7-CA25-573B-355156CF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9587" y="753291"/>
            <a:ext cx="5356272" cy="535627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399032"/>
            <a:ext cx="502920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32321" y="1481328"/>
            <a:ext cx="3977640" cy="3886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bg1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2400">
                <a:solidFill>
                  <a:schemeClr val="bg1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2000">
                <a:solidFill>
                  <a:schemeClr val="bg1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1800">
                <a:solidFill>
                  <a:schemeClr val="bg1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D2E6B6-CCB6-19E2-A69D-C764AA1EC3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A74F3A-BE47-0CC8-D1E7-D40F9DDE66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7D16-DAA8-49C0-BE4C-4EC3B6D1C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83F280-2EB0-4207-82F1-32148C5EE73C}" type="datetime4">
              <a:rPr lang="en-US" smtClean="0"/>
              <a:pPr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59" y="603504"/>
            <a:ext cx="10718602" cy="42062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39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957" y="5155385"/>
            <a:ext cx="6931152" cy="13533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lnSpc>
                <a:spcPct val="12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lnSpc>
                <a:spcPct val="120000"/>
              </a:lnSpc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D1247-19CB-941A-555D-BFD7877EED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675B0-35FF-8058-9035-92E7585782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D79712-39C8-4014-C5C0-7E12BC6E3B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418C53-827A-443E-BB57-B185D3D183F7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89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823960" cy="56052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6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0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54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8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44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DD6E-BA45-325F-FC98-6AB079993A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61359-17E3-A6CE-455E-CE886396C4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755257-CD66-9127-946E-3A75867E9B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DEC2F4-E8D2-4DB7-837F-84F095865B45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257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DDDF4-404D-D47E-DF36-45AD969EF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45996" y="1243585"/>
            <a:ext cx="9363456" cy="43525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BF4B512-F99C-D9B7-72D2-817D72EBA2D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845CAD-AC7C-64D8-6E51-EE79214F6F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0EBA60-CA19-124A-5E9C-A6B0920F6C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538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37E67D-6FAD-0A99-C787-882ED71E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78305" y="1725930"/>
            <a:ext cx="8835390" cy="34061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800" b="1" cap="all" spc="400" baseline="0">
                <a:solidFill>
                  <a:schemeClr val="bg1"/>
                </a:solidFill>
                <a:latin typeface="+mj-lt"/>
              </a:defRPr>
            </a:lvl1pPr>
            <a:lvl2pPr marL="228600" indent="0" algn="ctr">
              <a:lnSpc>
                <a:spcPct val="120000"/>
              </a:lnSpc>
              <a:buNone/>
              <a:defRPr sz="2400" b="1" cap="all" spc="400" baseline="0">
                <a:solidFill>
                  <a:schemeClr val="bg1"/>
                </a:solidFill>
                <a:latin typeface="+mj-lt"/>
              </a:defRPr>
            </a:lvl2pPr>
            <a:lvl3pPr marL="457200" indent="0" algn="ctr">
              <a:lnSpc>
                <a:spcPct val="120000"/>
              </a:lnSpc>
              <a:buNone/>
              <a:defRPr sz="2000" b="1" cap="all" spc="400" baseline="0">
                <a:solidFill>
                  <a:schemeClr val="bg1"/>
                </a:solidFill>
                <a:latin typeface="+mj-lt"/>
              </a:defRPr>
            </a:lvl3pPr>
            <a:lvl4pPr marL="685800" indent="0" algn="ctr">
              <a:lnSpc>
                <a:spcPct val="120000"/>
              </a:lnSpc>
              <a:buNone/>
              <a:defRPr sz="1800" b="1" cap="all" spc="400" baseline="0">
                <a:solidFill>
                  <a:schemeClr val="bg1"/>
                </a:solidFill>
                <a:latin typeface="+mj-lt"/>
              </a:defRPr>
            </a:lvl4pPr>
            <a:lvl5pPr marL="914400" indent="0" algn="ctr">
              <a:lnSpc>
                <a:spcPct val="120000"/>
              </a:lnSpc>
              <a:buNone/>
              <a:defRPr sz="1600" b="1" cap="all" spc="40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E137C-5ECC-1E5D-1B32-66980AF57C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DE64-06FD-C076-B922-72AA597784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56F58-A38D-4FF6-B9F8-7CB586DD10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1F6430-FBBC-4753-9696-7B6AFCBE2C44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5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46922C-B449-F6B9-ADBA-E2C367CDC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FD8E85-05F5-BAC6-422E-E268C4862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6430" y="4874984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304" y="1344168"/>
            <a:ext cx="9070848" cy="32095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9456" indent="-219456" algn="l">
              <a:lnSpc>
                <a:spcPct val="12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184" y="5148072"/>
            <a:ext cx="9198864" cy="5943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pPr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8016" y="1371295"/>
            <a:ext cx="9643263" cy="4061460"/>
          </a:xfrm>
          <a:prstGeom prst="rect">
            <a:avLst/>
          </a:prstGeom>
        </p:spPr>
        <p:txBody>
          <a:bodyPr anchor="b">
            <a:normAutofit/>
          </a:bodyPr>
          <a:lstStyle>
            <a:lvl1pPr marL="237744" indent="-237744" algn="l">
              <a:lnSpc>
                <a:spcPct val="12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828" y="5509260"/>
            <a:ext cx="9403451" cy="75986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C9610-E7A0-F082-C265-8307A79F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0228-70F6-14E2-BAE4-57263D0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6C0DA-BDEA-BCA8-48B7-4FAE9B50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415D-AD92-413A-BBF9-193857B34DAC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94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040131"/>
            <a:ext cx="8820301" cy="35090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10433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91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C37573-F5E7-3B70-12CF-C28516681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762000"/>
            <a:ext cx="10668000" cy="533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A9BE37-C8D5-7C3D-5E7A-7D47F9A5D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10423" y="4905775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85850" y="1337309"/>
            <a:ext cx="8820301" cy="31089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80" y="5225814"/>
            <a:ext cx="8105240" cy="5920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800" b="1" cap="all" spc="3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EF408-F86C-A1CC-03B6-4211B666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1D0C5-9C94-4C68-AA5E-1C1F692A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0B983-0D8E-626D-6E29-14A18FA2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0474E-E50C-4D0B-A819-76B332536B6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9768"/>
            <a:ext cx="10817352" cy="958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20824"/>
            <a:ext cx="5029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34EBE88-C826-A0CB-2F99-4593AD9310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BF7200-8BFC-1209-D217-A05B147C73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1910647-79B7-6086-34D9-EBD4D6E4C9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7B77741-45FC-4222-874D-9A051E49461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81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518219-E186-2E63-46B3-4C1D3A82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2025333"/>
            <a:ext cx="5029200" cy="55983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665477"/>
            <a:ext cx="5029200" cy="369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D28A929-F039-96E6-B29C-717106871C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66D40EC-432B-24BD-14A2-EA02DE69B6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05654AF-A639-3FB5-E967-011B97C87C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334C91E-202E-4F31-89CE-0789502AC959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360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29768"/>
            <a:ext cx="10817352" cy="960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4DD502-5BE6-822B-DB91-B6295D99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BD9E88-9DFA-2EB7-34D5-E029BD46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035DAD-0E07-921A-1F16-10A8BBFC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20626-9DFB-409D-967E-45C89655DB7A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237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1FDDA-B97C-DDC5-8DB1-E60BD2AA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A1C0-DA96-EA1E-D5A0-508F879B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18BD-749C-B50F-D44C-F42AA6AAB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A3DC-DD83-4773-AD6C-D60629042765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422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595634" cy="22128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971800"/>
            <a:ext cx="3309608" cy="312724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6" y="758952"/>
            <a:ext cx="6284130" cy="534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47FD854-00E9-7A1B-6B8C-0458F22F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5E2392-B840-3FDD-E39D-8521DC82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42EA063-3C1A-D1D2-916B-C1A4F124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3576C-593A-47BB-B516-D2528E5E552A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36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0"/>
            <a:ext cx="3713996" cy="221231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3401567"/>
            <a:ext cx="3300984" cy="273100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3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E5C5A3E-7D50-F47F-EB7E-84E9BE86B0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1359" y="762000"/>
            <a:ext cx="6068641" cy="5334000"/>
          </a:xfrm>
          <a:prstGeom prst="rect">
            <a:avLst/>
          </a:prstGeo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7DBDBE0-7D82-CCC0-82C8-C75970BFD2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98B971C-659F-56B1-E5C8-1551C52DEB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18BD95-468D-0282-9949-1A03432399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852720-599F-48B5-9C00-11A46BDCDC83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197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7FE2A9-21DD-FB38-F9C9-5420B56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93007" y="761998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33272"/>
            <a:ext cx="7342632" cy="190195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93592"/>
            <a:ext cx="10680192" cy="26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24D638-A40E-7DBE-0BDA-0653484A37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32539E-E64F-6ECB-8128-09189D20D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958E1-1A6E-215C-E558-5C2B7E025D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9AC0F-8E77-4F74-A460-12024CA04876}" type="datetime4">
              <a:rPr lang="en-US" smtClean="0"/>
              <a:pPr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2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9CBFB52-CE70-A084-2784-8ADA5CBB0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2441448"/>
            <a:ext cx="4389120" cy="19842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2786" y="1792224"/>
            <a:ext cx="4626864" cy="352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30000"/>
              </a:lnSpc>
              <a:buNone/>
              <a:defRPr lang="en-US" sz="2400" dirty="0">
                <a:solidFill>
                  <a:schemeClr val="bg1"/>
                </a:solidFill>
              </a:defRPr>
            </a:lvl1pPr>
            <a:lvl2pPr marL="228600" indent="0">
              <a:lnSpc>
                <a:spcPct val="130000"/>
              </a:lnSpc>
              <a:buNone/>
              <a:defRPr lang="en-US" sz="2000" dirty="0">
                <a:solidFill>
                  <a:schemeClr val="bg1"/>
                </a:solidFill>
              </a:defRPr>
            </a:lvl2pPr>
            <a:lvl3pPr marL="457200" indent="0">
              <a:lnSpc>
                <a:spcPct val="130000"/>
              </a:lnSpc>
              <a:buNone/>
              <a:defRPr lang="en-US" sz="1800" dirty="0">
                <a:solidFill>
                  <a:schemeClr val="bg1"/>
                </a:solidFill>
              </a:defRPr>
            </a:lvl3pPr>
            <a:lvl4pPr marL="685800" indent="0">
              <a:lnSpc>
                <a:spcPct val="130000"/>
              </a:lnSpc>
              <a:buNone/>
              <a:defRPr lang="en-US" sz="1600" dirty="0">
                <a:solidFill>
                  <a:schemeClr val="bg1"/>
                </a:solidFill>
              </a:defRPr>
            </a:lvl4pPr>
            <a:lvl5pPr marL="914400" indent="0">
              <a:lnSpc>
                <a:spcPct val="130000"/>
              </a:lnSpc>
              <a:buNone/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01EFD6-9B00-587B-896E-04546E348C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E3DBA5-3A5D-C80F-F079-E97456BEC2F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252C1B-CBF0-4A4D-8F57-7FB9891032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470B87B-1EC8-FB40-1A35-1CFC24500D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478ED8-172F-4F2D-A6E6-A5C5E0653480}" type="datetime4">
              <a:rPr lang="en-US" smtClean="0"/>
              <a:pPr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Photo 1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9868" y="0"/>
            <a:ext cx="7152132" cy="6857999"/>
          </a:xfrm>
          <a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2/6/2025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258568"/>
            <a:ext cx="370332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58952"/>
            <a:ext cx="370332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871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7176" y="548640"/>
            <a:ext cx="6455664" cy="59527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69880" y="4892040"/>
            <a:ext cx="2670048" cy="3657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2/6/2025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10469880" y="1609344"/>
            <a:ext cx="2670048" cy="36576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3538728" cy="2286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9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84B65554-DB7D-CC81-D612-8170BD71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EA75EC-5FB9-4085-AA9C-B50367B6E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5B98-AB07-09F6-04F8-C2EB3C12C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69880" y="1609344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D13A-F013-C2CA-B786-0E62D0843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008" y="3218688"/>
            <a:ext cx="63093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+mj-lt"/>
              </a:defRPr>
            </a:lvl1pPr>
          </a:lstStyle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681B-72AC-AD9A-C239-A41763E1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9024" y="4882896"/>
            <a:ext cx="267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05861B11-817A-478B-9F27-B7D56C03E9A1}" type="datetime4">
              <a:rPr lang="en-US" smtClean="0"/>
              <a:t>March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92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  <p:sldLayoutId id="2147483902" r:id="rId37"/>
    <p:sldLayoutId id="2147483903" r:id="rId38"/>
    <p:sldLayoutId id="2147483904" r:id="rId39"/>
    <p:sldLayoutId id="2147483905" r:id="rId40"/>
    <p:sldLayoutId id="2147483906" r:id="rId41"/>
    <p:sldLayoutId id="2147483907" r:id="rId42"/>
    <p:sldLayoutId id="2147483908" r:id="rId43"/>
    <p:sldLayoutId id="2147483909" r:id="rId44"/>
    <p:sldLayoutId id="2147483910" r:id="rId45"/>
    <p:sldLayoutId id="2147483911" r:id="rId46"/>
    <p:sldLayoutId id="2147483912" r:id="rId47"/>
    <p:sldLayoutId id="2147483913" r:id="rId48"/>
    <p:sldLayoutId id="2147483914" r:id="rId49"/>
    <p:sldLayoutId id="2147483915" r:id="rId50"/>
    <p:sldLayoutId id="2147483916" r:id="rId51"/>
    <p:sldLayoutId id="2147483917" r:id="rId52"/>
    <p:sldLayoutId id="2147483918" r:id="rId53"/>
    <p:sldLayoutId id="2147483919" r:id="rId54"/>
    <p:sldLayoutId id="2147483920" r:id="rId55"/>
    <p:sldLayoutId id="2147483921" r:id="rId56"/>
    <p:sldLayoutId id="2147483922" r:id="rId57"/>
    <p:sldLayoutId id="2147483923" r:id="rId58"/>
    <p:sldLayoutId id="2147483924" r:id="rId59"/>
    <p:sldLayoutId id="2147483927" r:id="rId60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lang="en-US" sz="2800" b="1" kern="1200" cap="all" spc="5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lang="en-US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hyperlink" Target="https://www.flickr.com/photos/rdpeyton/4092857618/" TargetMode="External"/><Relationship Id="rId2" Type="http://schemas.openxmlformats.org/officeDocument/2006/relationships/hyperlink" Target="https://www.google.com/search?q=Tapas&amp;rlz=1C1ONGR_enRO1090RO1090&amp;oq=mancaruri+traditionale+din+spania&amp;gs_lcrp=EgZjaHJvbWUyBggAEEUYOTIICAEQABgWGB4yCAgCEAAYFhgeMgoIAxAAGIAEGKIEMgcIBBAAGO8FMgoIBRAAGIAEGKIEMgcIBhAAGO8FMgcIBxAAGO8F0gEJOTY0MGoxajE1qAIIsAIB8QV0uplIgR66jg&amp;sourceid=chrome&amp;ie=UTF-8&amp;ved=2ahUKEwiVm-uI-6STAxUf5AIHHaW2FJsQgK4QegYIAQgAEA8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cookipedia.co.uk/recipes_wiki/Home-made_Churro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pain-yellow-red-flag-nationality-518688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eingredientchef.com/sparkling-sangria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malas-kitchen.com/2019/02/hot-cocoa-hot-chocolate.html" TargetMode="External"/><Relationship Id="rId4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photographerglen/4873850565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7639-133C-611B-1F88-588BF405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78CD-E4CB-9500-6BD7-9B17BB4DF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122" y="1674005"/>
            <a:ext cx="3941064" cy="1426464"/>
          </a:xfrm>
        </p:spPr>
        <p:txBody>
          <a:bodyPr>
            <a:normAutofit/>
          </a:bodyPr>
          <a:lstStyle/>
          <a:p>
            <a:r>
              <a:rPr lang="en-US" sz="3600" dirty="0"/>
              <a:t>SPANIA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8CB61-C179-FAF2-AC0C-7A09952C0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178" y="3318620"/>
            <a:ext cx="3044952" cy="559416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Prezentat</a:t>
            </a:r>
            <a:r>
              <a:rPr lang="en-US" dirty="0"/>
              <a:t> de </a:t>
            </a:r>
            <a:r>
              <a:rPr lang="en-US" dirty="0" err="1"/>
              <a:t>Marius,Delia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Lior</a:t>
            </a:r>
          </a:p>
        </p:txBody>
      </p:sp>
      <p:pic>
        <p:nvPicPr>
          <p:cNvPr id="9" name="Picture Placeholder 8" descr="Birds flying over a wave">
            <a:extLst>
              <a:ext uri="{FF2B5EF4-FFF2-40B4-BE49-F238E27FC236}">
                <a16:creationId xmlns:a16="http://schemas.microsoft.com/office/drawing/2014/main" id="{C7A888F8-D601-53FD-56FC-1B97448CFC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305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02" y="2235606"/>
            <a:ext cx="5276698" cy="139008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Mancaruri</a:t>
            </a:r>
            <a:r>
              <a:rPr lang="en-US" dirty="0"/>
              <a:t> </a:t>
            </a:r>
            <a:r>
              <a:rPr lang="en-US" dirty="0" err="1"/>
              <a:t>traditionale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1725" y="168119"/>
            <a:ext cx="4325112" cy="1048359"/>
          </a:xfrm>
        </p:spPr>
        <p:txBody>
          <a:bodyPr>
            <a:normAutofit/>
          </a:bodyPr>
          <a:lstStyle/>
          <a:p>
            <a:r>
              <a:rPr lang="en-US" b="1" dirty="0"/>
              <a:t>Paella:</a:t>
            </a:r>
            <a:r>
              <a:rPr lang="en-US" dirty="0"/>
              <a:t> Orez cu </a:t>
            </a:r>
            <a:r>
              <a:rPr lang="en-US" dirty="0" err="1"/>
              <a:t>pui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iepure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DAFC8-776D-D260-4E47-DD0CC543179A}"/>
              </a:ext>
            </a:extLst>
          </p:cNvPr>
          <p:cNvSpPr txBox="1"/>
          <p:nvPr/>
        </p:nvSpPr>
        <p:spPr>
          <a:xfrm>
            <a:off x="6291725" y="1088962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Tapas</a:t>
            </a:r>
            <a:r>
              <a:rPr lang="en-US" b="1" i="0" dirty="0">
                <a:effectLst/>
                <a:latin typeface="Google Sans"/>
              </a:rPr>
              <a:t>: </a:t>
            </a:r>
            <a:r>
              <a:rPr lang="en-US" b="1" i="0" dirty="0" err="1">
                <a:effectLst/>
                <a:latin typeface="Google Sans"/>
              </a:rPr>
              <a:t>mici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gustari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servite</a:t>
            </a:r>
            <a:r>
              <a:rPr lang="en-US" b="1" i="0" dirty="0">
                <a:effectLst/>
                <a:latin typeface="Google Sans"/>
              </a:rPr>
              <a:t> cu </a:t>
            </a:r>
            <a:r>
              <a:rPr lang="en-US" b="1" i="0" dirty="0" err="1">
                <a:effectLst/>
                <a:latin typeface="Google Sans"/>
              </a:rPr>
              <a:t>bautura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E6580-41D7-F387-4FE3-A43BC0D1C018}"/>
              </a:ext>
            </a:extLst>
          </p:cNvPr>
          <p:cNvSpPr txBox="1"/>
          <p:nvPr/>
        </p:nvSpPr>
        <p:spPr>
          <a:xfrm>
            <a:off x="6296950" y="1570656"/>
            <a:ext cx="6192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effectLst/>
                <a:latin typeface="Google Sans"/>
              </a:rPr>
              <a:t>Jamón</a:t>
            </a:r>
            <a:r>
              <a:rPr lang="en-US" sz="1200" b="1" i="0" dirty="0">
                <a:effectLst/>
                <a:latin typeface="Google Sans"/>
              </a:rPr>
              <a:t>: </a:t>
            </a:r>
            <a:r>
              <a:rPr lang="en-US" sz="1200" b="1" dirty="0">
                <a:latin typeface="Google Sans"/>
              </a:rPr>
              <a:t>SUNCA CRUD USCATA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90DE7-0E94-3DF6-F649-10EA64DB7FF5}"/>
              </a:ext>
            </a:extLst>
          </p:cNvPr>
          <p:cNvSpPr txBox="1"/>
          <p:nvPr/>
        </p:nvSpPr>
        <p:spPr>
          <a:xfrm>
            <a:off x="6140685" y="2022165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Google Sans"/>
              </a:rPr>
              <a:t>Churros: </a:t>
            </a:r>
            <a:r>
              <a:rPr lang="en-US" b="1" i="0" dirty="0" err="1">
                <a:effectLst/>
                <a:latin typeface="Google Sans"/>
              </a:rPr>
              <a:t>aluat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prajit,servit</a:t>
            </a:r>
            <a:r>
              <a:rPr lang="en-US" b="1" i="0" dirty="0">
                <a:effectLst/>
                <a:latin typeface="Google Sans"/>
              </a:rPr>
              <a:t> cu </a:t>
            </a:r>
            <a:r>
              <a:rPr lang="en-US" b="1" i="0" dirty="0" err="1">
                <a:effectLst/>
                <a:latin typeface="Google Sans"/>
              </a:rPr>
              <a:t>zahar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sau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ciocolata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B1534-75B8-56E9-6A0A-CB74523AA539}"/>
              </a:ext>
            </a:extLst>
          </p:cNvPr>
          <p:cNvSpPr txBox="1"/>
          <p:nvPr/>
        </p:nvSpPr>
        <p:spPr>
          <a:xfrm>
            <a:off x="6279479" y="2561316"/>
            <a:ext cx="6270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Google Sans"/>
              </a:rPr>
              <a:t>Pulpo a la </a:t>
            </a:r>
            <a:r>
              <a:rPr lang="en-US" b="1" i="0" dirty="0" err="1">
                <a:effectLst/>
                <a:latin typeface="Google Sans"/>
              </a:rPr>
              <a:t>Gallega</a:t>
            </a:r>
            <a:r>
              <a:rPr lang="en-US" b="1" i="0" dirty="0">
                <a:effectLst/>
                <a:latin typeface="Google Sans"/>
              </a:rPr>
              <a:t> : </a:t>
            </a:r>
            <a:r>
              <a:rPr lang="en-US" b="1" i="0" dirty="0" err="1">
                <a:effectLst/>
                <a:latin typeface="Google Sans"/>
              </a:rPr>
              <a:t>caracatita</a:t>
            </a:r>
            <a:r>
              <a:rPr lang="en-US" b="1" i="0" dirty="0">
                <a:effectLst/>
                <a:latin typeface="Google Sans"/>
              </a:rPr>
              <a:t> </a:t>
            </a:r>
            <a:r>
              <a:rPr lang="en-US" b="1" i="0" dirty="0" err="1">
                <a:effectLst/>
                <a:latin typeface="Google Sans"/>
              </a:rPr>
              <a:t>fiarta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AA7377-F9C6-715E-4DC1-433606A11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27621" y="5143001"/>
            <a:ext cx="3306536" cy="16679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0FB790-07AB-7EBC-B7F1-D5D516FB824B}"/>
              </a:ext>
            </a:extLst>
          </p:cNvPr>
          <p:cNvSpPr txBox="1"/>
          <p:nvPr/>
        </p:nvSpPr>
        <p:spPr>
          <a:xfrm>
            <a:off x="6096000" y="7078105"/>
            <a:ext cx="6191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cookipedia.co.uk/recipes_wiki/Home-made_Churro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7CC2E-6240-1C3C-7EDD-07AF44E7F7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186714" y="3047605"/>
            <a:ext cx="2703286" cy="199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E600A82-2CDE-1CF4-F5AC-41E236A5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09944"/>
            <a:ext cx="3621024" cy="205739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55A5B51-A138-DAEE-BB4D-1E1AB972244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6048" y="4910328"/>
            <a:ext cx="6473952" cy="1499616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SIESTA: O PAUZA DE ODIHNA IN TIMPUL DUPA AMIEZII , IN SPECIAL IN ZONELE CALDE</a:t>
            </a:r>
          </a:p>
          <a:p>
            <a:r>
              <a:rPr lang="en-US" b="1" dirty="0"/>
              <a:t>Noaptea </a:t>
            </a:r>
            <a:r>
              <a:rPr lang="en-US" b="1" dirty="0" err="1"/>
              <a:t>dintre</a:t>
            </a:r>
            <a:r>
              <a:rPr lang="en-US" b="1" dirty="0"/>
              <a:t> ani: </a:t>
            </a:r>
            <a:r>
              <a:rPr lang="en-US" b="1" dirty="0" err="1"/>
              <a:t>spaniolii</a:t>
            </a:r>
            <a:r>
              <a:rPr lang="en-US" b="1" dirty="0"/>
              <a:t> </a:t>
            </a:r>
            <a:r>
              <a:rPr lang="en-US" b="1" dirty="0" err="1"/>
              <a:t>mananca</a:t>
            </a:r>
            <a:r>
              <a:rPr lang="en-US" b="1" dirty="0"/>
              <a:t> 12 </a:t>
            </a:r>
            <a:r>
              <a:rPr lang="en-US" b="1" dirty="0" err="1"/>
              <a:t>boabe</a:t>
            </a:r>
            <a:r>
              <a:rPr lang="en-US" b="1" dirty="0"/>
              <a:t> de </a:t>
            </a:r>
            <a:r>
              <a:rPr lang="en-US" b="1" dirty="0" err="1"/>
              <a:t>strugure</a:t>
            </a:r>
            <a:r>
              <a:rPr lang="en-US" b="1" dirty="0"/>
              <a:t> la </a:t>
            </a:r>
            <a:r>
              <a:rPr lang="en-US" b="1" dirty="0" err="1"/>
              <a:t>miezul</a:t>
            </a:r>
            <a:r>
              <a:rPr lang="en-US" b="1" dirty="0"/>
              <a:t> </a:t>
            </a:r>
            <a:r>
              <a:rPr lang="en-US" b="1" dirty="0" err="1"/>
              <a:t>noptii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norocul</a:t>
            </a:r>
            <a:r>
              <a:rPr lang="en-US" b="1" dirty="0"/>
              <a:t> de </a:t>
            </a:r>
            <a:r>
              <a:rPr lang="en-US" b="1" dirty="0" err="1"/>
              <a:t>anul</a:t>
            </a:r>
            <a:r>
              <a:rPr lang="en-US" b="1" dirty="0"/>
              <a:t> </a:t>
            </a:r>
            <a:r>
              <a:rPr lang="en-US" b="1" dirty="0" err="1"/>
              <a:t>viitor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2D08C06B-28D4-4566-366D-BFB6CAB7B3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5400000">
            <a:off x="10469880" y="1609344"/>
            <a:ext cx="2670048" cy="365760"/>
          </a:xfrm>
        </p:spPr>
        <p:txBody>
          <a:bodyPr/>
          <a:lstStyle/>
          <a:p>
            <a:pPr algn="r"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5ADD0111-28D3-8A61-D23B-E377C86384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94008" y="3218688"/>
            <a:ext cx="630936" cy="429768"/>
          </a:xfrm>
        </p:spPr>
        <p:txBody>
          <a:bodyPr/>
          <a:lstStyle/>
          <a:p>
            <a:pPr algn="ctr">
              <a:spcAft>
                <a:spcPts val="600"/>
              </a:spcAft>
            </a:pPr>
            <a:fld id="{CC057153-B650-4DEB-B370-79DDCFDCE934}" type="slidenum">
              <a:rPr lang="en-US" smtClean="0"/>
              <a:pPr algn="ctr"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5" name="Date Placeholder 6">
            <a:extLst>
              <a:ext uri="{FF2B5EF4-FFF2-40B4-BE49-F238E27FC236}">
                <a16:creationId xmlns:a16="http://schemas.microsoft.com/office/drawing/2014/main" id="{F6A75DBB-0947-27B1-E04E-59385A392C5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rot="5400000">
            <a:off x="10469880" y="4892040"/>
            <a:ext cx="267004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F9A12704-D1A4-47EE-A678-E3D89F2457B6}" type="datetime4">
              <a:rPr lang="en-US" smtClean="0"/>
              <a:pPr>
                <a:spcAft>
                  <a:spcPts val="600"/>
                </a:spcAft>
              </a:pPr>
              <a:t>March 23, 2026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FDC59-806D-2C68-6201-99BE599A58B1}"/>
              </a:ext>
            </a:extLst>
          </p:cNvPr>
          <p:cNvSpPr txBox="1"/>
          <p:nvPr/>
        </p:nvSpPr>
        <p:spPr>
          <a:xfrm>
            <a:off x="204216" y="5401879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Las Fallas o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sarbatoare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in care se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construiesc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Google Sans"/>
            </a:endParaRPr>
          </a:p>
          <a:p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Iar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apoi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se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ard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monumente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uriase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Google Sans"/>
              </a:rPr>
              <a:t>  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25356-93A5-CCF4-A62A-61682073D389}"/>
              </a:ext>
            </a:extLst>
          </p:cNvPr>
          <p:cNvSpPr txBox="1"/>
          <p:nvPr/>
        </p:nvSpPr>
        <p:spPr>
          <a:xfrm>
            <a:off x="6830229" y="10013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Tauromacha:ansamblu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 de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evenimente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culturale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si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</a:p>
          <a:p>
            <a:r>
              <a:rPr lang="en-US" b="1" dirty="0" err="1">
                <a:solidFill>
                  <a:schemeClr val="tx2"/>
                </a:solidFill>
                <a:latin typeface="Google Sans"/>
              </a:rPr>
              <a:t>Spectacole.Cele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mai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cunoscute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sunt:</a:t>
            </a:r>
          </a:p>
          <a:p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oogle Sans"/>
              </a:rPr>
              <a:t>Corida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:spectacol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traditional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desfasurat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intr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o arena</a:t>
            </a:r>
          </a:p>
          <a:p>
            <a:r>
              <a:rPr lang="en-US" b="1" dirty="0" err="1">
                <a:solidFill>
                  <a:schemeClr val="tx2"/>
                </a:solidFill>
                <a:latin typeface="Google Sans"/>
              </a:rPr>
              <a:t>Unde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un matador se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infrunta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cu un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taur</a:t>
            </a:r>
            <a:endParaRPr lang="en-US" b="1" dirty="0">
              <a:solidFill>
                <a:schemeClr val="tx2"/>
              </a:solidFill>
              <a:latin typeface="Google Sans"/>
            </a:endParaRPr>
          </a:p>
          <a:p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Google Sans"/>
              </a:rPr>
              <a:t>Encierro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:oamenii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alearga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pe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strazile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orasului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in fata</a:t>
            </a:r>
          </a:p>
          <a:p>
            <a:r>
              <a:rPr lang="en-US" b="1" dirty="0" err="1">
                <a:solidFill>
                  <a:schemeClr val="tx2"/>
                </a:solidFill>
                <a:latin typeface="Google Sans"/>
              </a:rPr>
              <a:t>Unui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grup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de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tauri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eliberati</a:t>
            </a:r>
            <a:endParaRPr lang="en-US" b="1" dirty="0">
              <a:solidFill>
                <a:schemeClr val="tx2"/>
              </a:solidFill>
              <a:latin typeface="Google Sans"/>
            </a:endParaRPr>
          </a:p>
          <a:p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Becerrada</a:t>
            </a:r>
            <a:r>
              <a:rPr lang="en-US" b="1" dirty="0" err="1">
                <a:solidFill>
                  <a:schemeClr val="tx2"/>
                </a:solidFill>
              </a:rPr>
              <a:t>:o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varianta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locala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mai</a:t>
            </a:r>
            <a:r>
              <a:rPr lang="en-US" b="1" dirty="0">
                <a:solidFill>
                  <a:schemeClr val="tx2"/>
                </a:solidFill>
              </a:rPr>
              <a:t> mica </a:t>
            </a:r>
            <a:r>
              <a:rPr lang="en-US" b="1" dirty="0" err="1">
                <a:solidFill>
                  <a:schemeClr val="tx2"/>
                </a:solidFill>
              </a:rPr>
              <a:t>unde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tinerii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  <a:latin typeface="Google Sans"/>
              </a:rPr>
              <a:t>Isi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demonstreaza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curajul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in fata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turilor</a:t>
            </a:r>
            <a:r>
              <a:rPr lang="en-US" b="1" dirty="0">
                <a:solidFill>
                  <a:schemeClr val="tx2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chemeClr val="tx2"/>
                </a:solidFill>
                <a:latin typeface="Google Sans"/>
              </a:rPr>
              <a:t>tineri</a:t>
            </a:r>
            <a:endParaRPr lang="en-US" b="1" dirty="0">
              <a:solidFill>
                <a:schemeClr val="tx2"/>
              </a:solidFill>
              <a:latin typeface="Google Sans"/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                                  TRADITII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0442F7-E59E-F2B2-579F-978FCCD8A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46293" y="-15355"/>
            <a:ext cx="7395656" cy="41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1344168"/>
            <a:ext cx="9070848" cy="998982"/>
          </a:xfrm>
        </p:spPr>
        <p:txBody>
          <a:bodyPr>
            <a:normAutofit fontScale="90000"/>
          </a:bodyPr>
          <a:lstStyle/>
          <a:p>
            <a:r>
              <a:rPr lang="en-US" dirty="0"/>
              <a:t>El Juego de </a:t>
            </a:r>
            <a:r>
              <a:rPr lang="en-US" dirty="0" err="1">
                <a:solidFill>
                  <a:schemeClr val="tx2"/>
                </a:solidFill>
              </a:rPr>
              <a:t>jocuri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el</a:t>
            </a:r>
            <a:r>
              <a:rPr lang="en-US" dirty="0"/>
              <a:t> juego de corer(</a:t>
            </a:r>
            <a:r>
              <a:rPr lang="en-US" dirty="0" err="1"/>
              <a:t>jocuri</a:t>
            </a:r>
            <a:r>
              <a:rPr lang="en-US" dirty="0"/>
              <a:t> de </a:t>
            </a:r>
            <a:r>
              <a:rPr lang="en-US" dirty="0" err="1"/>
              <a:t>alergare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E5D1E-5ED7-728D-C8C0-EB62FB920FDB}"/>
              </a:ext>
            </a:extLst>
          </p:cNvPr>
          <p:cNvSpPr txBox="1"/>
          <p:nvPr/>
        </p:nvSpPr>
        <p:spPr>
          <a:xfrm>
            <a:off x="1472184" y="2219716"/>
            <a:ext cx="60946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6E8F0"/>
                </a:solidFill>
                <a:latin typeface="Google Sans"/>
              </a:rPr>
              <a:t>Bingo cu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numere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(0-31)</a:t>
            </a:r>
          </a:p>
          <a:p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r>
              <a:rPr lang="en-US" b="1" dirty="0" err="1">
                <a:solidFill>
                  <a:srgbClr val="E6E8F0"/>
                </a:solidFill>
                <a:latin typeface="Google Sans"/>
              </a:rPr>
              <a:t>Jocul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doctorului</a:t>
            </a:r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r>
              <a:rPr lang="en-US" b="1" dirty="0" err="1">
                <a:solidFill>
                  <a:srgbClr val="E6E8F0"/>
                </a:solidFill>
                <a:latin typeface="Google Sans"/>
              </a:rPr>
              <a:t>Cayro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 (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joc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 de </a:t>
            </a:r>
            <a:r>
              <a:rPr lang="en-US" b="1" dirty="0" err="1">
                <a:solidFill>
                  <a:srgbClr val="E6E8F0"/>
                </a:solidFill>
                <a:latin typeface="Google Sans"/>
              </a:rPr>
              <a:t>carti</a:t>
            </a:r>
            <a:r>
              <a:rPr lang="en-US" b="1" dirty="0">
                <a:solidFill>
                  <a:srgbClr val="E6E8F0"/>
                </a:solidFill>
                <a:latin typeface="Google Sans"/>
              </a:rPr>
              <a:t>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F2982-5482-CF76-1342-73E46B5F3A58}"/>
              </a:ext>
            </a:extLst>
          </p:cNvPr>
          <p:cNvSpPr txBox="1"/>
          <p:nvPr/>
        </p:nvSpPr>
        <p:spPr>
          <a:xfrm>
            <a:off x="720499" y="3697044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               domino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121A0-28B9-BA0B-D230-F88611BF0E94}"/>
              </a:ext>
            </a:extLst>
          </p:cNvPr>
          <p:cNvSpPr txBox="1"/>
          <p:nvPr/>
        </p:nvSpPr>
        <p:spPr>
          <a:xfrm>
            <a:off x="1226684" y="4237892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La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Gallinita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Ciega (baba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oarba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DD99E-80A6-4865-2FED-69D5D4705368}"/>
              </a:ext>
            </a:extLst>
          </p:cNvPr>
          <p:cNvSpPr txBox="1"/>
          <p:nvPr/>
        </p:nvSpPr>
        <p:spPr>
          <a:xfrm>
            <a:off x="1226684" y="4778740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La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Rayuela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(SOTRON)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48" y="-1189374"/>
            <a:ext cx="6812280" cy="2889504"/>
          </a:xfrm>
        </p:spPr>
        <p:txBody>
          <a:bodyPr/>
          <a:lstStyle/>
          <a:p>
            <a:r>
              <a:rPr lang="en-US" dirty="0" err="1"/>
              <a:t>bauturi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484188"/>
            <a:ext cx="7772400" cy="595312"/>
          </a:xfrm>
        </p:spPr>
        <p:txBody>
          <a:bodyPr>
            <a:normAutofit/>
          </a:bodyPr>
          <a:lstStyle/>
          <a:p>
            <a:r>
              <a:rPr lang="en-US" dirty="0"/>
              <a:t>Crafting an engaging, impactful, and professional presentation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206FD-3188-5F85-2859-10D90E3285E2}"/>
              </a:ext>
            </a:extLst>
          </p:cNvPr>
          <p:cNvSpPr txBox="1"/>
          <p:nvPr/>
        </p:nvSpPr>
        <p:spPr>
          <a:xfrm>
            <a:off x="110348" y="2174812"/>
            <a:ext cx="6164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Horchata de Chufa  O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bautura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alba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cremoasa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si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dulce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16995-EF45-1C18-615E-947012A8FB69}"/>
              </a:ext>
            </a:extLst>
          </p:cNvPr>
          <p:cNvSpPr txBox="1"/>
          <p:nvPr/>
        </p:nvSpPr>
        <p:spPr>
          <a:xfrm>
            <a:off x="110348" y="2636477"/>
            <a:ext cx="6164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Granizado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gheata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zdrobita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fin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amestecata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cu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arome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1D517-D62F-414B-028A-BA6C2B4F6150}"/>
              </a:ext>
            </a:extLst>
          </p:cNvPr>
          <p:cNvSpPr txBox="1"/>
          <p:nvPr/>
        </p:nvSpPr>
        <p:spPr>
          <a:xfrm>
            <a:off x="110348" y="3189026"/>
            <a:ext cx="6164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Chocolate a la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taza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ciocolata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foarte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densa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si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cremoasa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02733-0ACA-E352-DF30-8F76C20F0C65}"/>
              </a:ext>
            </a:extLst>
          </p:cNvPr>
          <p:cNvSpPr txBox="1"/>
          <p:nvPr/>
        </p:nvSpPr>
        <p:spPr>
          <a:xfrm>
            <a:off x="110652" y="3703136"/>
            <a:ext cx="61637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Clara: o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bautura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foarte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racoritoare</a:t>
            </a:r>
            <a:endParaRPr lang="en-US" b="1" i="0" dirty="0">
              <a:solidFill>
                <a:srgbClr val="E6E8F0"/>
              </a:solidFill>
              <a:effectLst/>
              <a:latin typeface="Google Sans"/>
            </a:endParaRPr>
          </a:p>
          <a:p>
            <a:endParaRPr lang="en-US" b="1" dirty="0">
              <a:solidFill>
                <a:srgbClr val="E6E8F0"/>
              </a:solidFill>
              <a:latin typeface="Google Sans"/>
            </a:endParaRPr>
          </a:p>
          <a:p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Sangria:amestec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de vin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rosu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si</a:t>
            </a:r>
            <a:r>
              <a:rPr lang="en-US" b="1" i="0" dirty="0">
                <a:solidFill>
                  <a:srgbClr val="E6E8F0"/>
                </a:solidFill>
                <a:effectLst/>
                <a:latin typeface="Google Sans"/>
              </a:rPr>
              <a:t> fructi </a:t>
            </a:r>
            <a:r>
              <a:rPr lang="en-US" b="1" i="0" dirty="0" err="1">
                <a:solidFill>
                  <a:srgbClr val="E6E8F0"/>
                </a:solidFill>
                <a:effectLst/>
                <a:latin typeface="Google Sans"/>
              </a:rPr>
              <a:t>taiate</a:t>
            </a:r>
            <a:endParaRPr lang="en-US" b="1" i="0" dirty="0">
              <a:solidFill>
                <a:srgbClr val="E6E8F0"/>
              </a:solidFill>
              <a:effectLst/>
              <a:latin typeface="Google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2B6E55-C647-3854-0FCA-FA5B7AB1C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8319" y="4623950"/>
            <a:ext cx="2298117" cy="2118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F42143-779B-7426-EC9C-906F42EFC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559879" y="1854502"/>
            <a:ext cx="6358184" cy="476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367B-E8EA-6F6E-054B-79410A70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Locuri</a:t>
            </a:r>
            <a:r>
              <a:rPr lang="en-US" dirty="0"/>
              <a:t> de </a:t>
            </a:r>
            <a:r>
              <a:rPr lang="en-US" dirty="0" err="1"/>
              <a:t>vizitat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1CEF7-839C-E051-1617-974553223EF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BARCELONA:</a:t>
            </a:r>
          </a:p>
          <a:p>
            <a:r>
              <a:rPr lang="pt-BR" b="1" dirty="0"/>
              <a:t>Basílica de la Sagrada Família</a:t>
            </a:r>
          </a:p>
          <a:p>
            <a:r>
              <a:rPr lang="en-US" b="1" dirty="0"/>
              <a:t>L aquarium de Barcelona(</a:t>
            </a:r>
            <a:r>
              <a:rPr lang="en-US" b="1" dirty="0" err="1"/>
              <a:t>printre</a:t>
            </a:r>
            <a:r>
              <a:rPr lang="en-US" b="1" dirty="0"/>
              <a:t> </a:t>
            </a:r>
            <a:r>
              <a:rPr lang="en-US" b="1" dirty="0" err="1"/>
              <a:t>cele</a:t>
            </a:r>
            <a:r>
              <a:rPr lang="en-US" b="1" dirty="0"/>
              <a:t> </a:t>
            </a:r>
            <a:r>
              <a:rPr lang="en-US" b="1" dirty="0" err="1"/>
              <a:t>mai</a:t>
            </a:r>
            <a:r>
              <a:rPr lang="en-US" b="1" dirty="0"/>
              <a:t> </a:t>
            </a:r>
            <a:r>
              <a:rPr lang="en-US" b="1" dirty="0" err="1"/>
              <a:t>mari</a:t>
            </a:r>
            <a:r>
              <a:rPr lang="en-US" b="1" dirty="0"/>
              <a:t> </a:t>
            </a:r>
            <a:r>
              <a:rPr lang="en-US" b="1" dirty="0" err="1"/>
              <a:t>acvarii</a:t>
            </a:r>
            <a:r>
              <a:rPr lang="en-US" b="1" dirty="0"/>
              <a:t> din Europa)</a:t>
            </a:r>
          </a:p>
          <a:p>
            <a:r>
              <a:rPr lang="en-US" b="1" dirty="0"/>
              <a:t>Barcelona Zoo</a:t>
            </a:r>
          </a:p>
          <a:p>
            <a:r>
              <a:rPr lang="en-US" b="1" dirty="0" err="1"/>
              <a:t>CosmoCaixa</a:t>
            </a:r>
            <a:r>
              <a:rPr lang="en-US" b="1" dirty="0"/>
              <a:t>(Un </a:t>
            </a:r>
            <a:r>
              <a:rPr lang="en-US" b="1" dirty="0" err="1"/>
              <a:t>muzeu</a:t>
            </a:r>
            <a:r>
              <a:rPr lang="en-US" b="1" dirty="0"/>
              <a:t> al </a:t>
            </a:r>
            <a:r>
              <a:rPr lang="en-US" b="1" dirty="0" err="1"/>
              <a:t>stiintei</a:t>
            </a:r>
            <a:r>
              <a:rPr lang="en-US" b="1" dirty="0"/>
              <a:t>)</a:t>
            </a:r>
          </a:p>
          <a:p>
            <a:r>
              <a:rPr lang="en-US" b="1" dirty="0" err="1"/>
              <a:t>Muzeul</a:t>
            </a:r>
            <a:r>
              <a:rPr lang="en-US" b="1" dirty="0"/>
              <a:t> Picasso</a:t>
            </a:r>
            <a:endParaRPr lang="pt-BR" b="1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FD15AEE-FB01-FF37-F836-524980D47A12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562" r="16562"/>
          <a:stretch>
            <a:fillRect/>
          </a:stretch>
        </p:blipFill>
        <p:spPr/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4BA70-1BA3-806C-3AAB-B3B4D78CA2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B5EF-2C9C-A837-D771-F52653DF06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2DC4F-291C-FFBA-A487-FDF1EA8EC12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0AA3DF6-7586-4554-A0A7-5EA6F634DD80}" type="datetime4">
              <a:rPr lang="en-US" smtClean="0"/>
              <a:t>March 23, 2026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C50BE2C-7481-E708-90E3-19B43619F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0967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25392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  <a:cs typeface="Arial" panose="020B060402020202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E6E8F0"/>
              </a:solidFill>
              <a:effectLst/>
              <a:latin typeface="Google Sans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FBFC434-2ECB-58FC-F4BE-5A0A83DE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0967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25392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  <a:cs typeface="Arial" panose="020B060402020202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E6E8F0"/>
              </a:solidFill>
              <a:effectLst/>
              <a:latin typeface="Google Sans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B9538D7D-A9EA-6525-D9A9-ABE547226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729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22069"/>
            <a:ext cx="3538728" cy="2286000"/>
          </a:xfrm>
        </p:spPr>
        <p:txBody>
          <a:bodyPr/>
          <a:lstStyle/>
          <a:p>
            <a:r>
              <a:rPr lang="en-US" dirty="0"/>
              <a:t>UN BANC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12933" y="3144883"/>
            <a:ext cx="6455664" cy="5952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1F4C8A-CE72-53AE-5E4D-E050381D8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504" y="941588"/>
            <a:ext cx="4491038" cy="1107996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Jaimito le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pregunta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a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su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madre: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— Mamá,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mamá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, ¿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caramelos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de chocolate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caminan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por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la pared?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— Pues no, Jaimito. Los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caramelos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no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caminan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— ¡Ah, vale!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Entonces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me 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comido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Google Sans"/>
              </a:rPr>
              <a:t> cucaracha.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DF2391-E200-A37C-81DA-839C1AEC5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695" y="3036222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91E0C-1372-11C1-31ED-F6513C7F4144}"/>
              </a:ext>
            </a:extLst>
          </p:cNvPr>
          <p:cNvSpPr txBox="1"/>
          <p:nvPr/>
        </p:nvSpPr>
        <p:spPr>
          <a:xfrm>
            <a:off x="2232688" y="5146731"/>
            <a:ext cx="709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62844-CE76-9366-CA3D-7D1B17D80E45}"/>
              </a:ext>
            </a:extLst>
          </p:cNvPr>
          <p:cNvSpPr txBox="1"/>
          <p:nvPr/>
        </p:nvSpPr>
        <p:spPr>
          <a:xfrm>
            <a:off x="5073274" y="5608849"/>
            <a:ext cx="70995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Jaimito o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întreabă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 pe mama </a:t>
            </a:r>
            <a:r>
              <a:rPr lang="en-US" b="1" i="0" dirty="0" err="1">
                <a:solidFill>
                  <a:schemeClr val="tx2"/>
                </a:solidFill>
                <a:effectLst/>
                <a:latin typeface="Google Sans"/>
              </a:rPr>
              <a:t>lui</a:t>
            </a:r>
            <a:r>
              <a:rPr lang="en-US" b="1" i="0" dirty="0">
                <a:solidFill>
                  <a:schemeClr val="tx2"/>
                </a:solidFill>
                <a:effectLst/>
                <a:latin typeface="Google Sans"/>
              </a:rPr>
              <a:t>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—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Mamă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,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mamă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,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bomboanele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ciocolată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merg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pe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perete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?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—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Păi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nu, Jaimito.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Bomboanele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nu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merg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.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— Ah, am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înțeles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!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Atunci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înseamnă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că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am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mâncat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un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gândac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Google Sans"/>
              </a:rPr>
              <a:t>bucătărie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ysClr val="windowText" lastClr="000000"/>
      </a:dk1>
      <a:lt1>
        <a:sysClr val="window" lastClr="FFFFFF"/>
      </a:lt1>
      <a:dk2>
        <a:srgbClr val="051618"/>
      </a:dk2>
      <a:lt2>
        <a:srgbClr val="EEEEE7"/>
      </a:lt2>
      <a:accent1>
        <a:srgbClr val="2E744E"/>
      </a:accent1>
      <a:accent2>
        <a:srgbClr val="64924A"/>
      </a:accent2>
      <a:accent3>
        <a:srgbClr val="A9A747"/>
      </a:accent3>
      <a:accent4>
        <a:srgbClr val="20758C"/>
      </a:accent4>
      <a:accent5>
        <a:srgbClr val="23958F"/>
      </a:accent5>
      <a:accent6>
        <a:srgbClr val="E48754"/>
      </a:accent6>
      <a:hlink>
        <a:srgbClr val="64924A"/>
      </a:hlink>
      <a:folHlink>
        <a:srgbClr val="23958F"/>
      </a:folHlink>
    </a:clrScheme>
    <a:fontScheme name="Portal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rtal_win32_DN_V3" id="{E9FDF70A-E247-4F49-9C0E-6AD845C43691}" vid="{BF28B221-EE61-4668-B95F-EFA93621CE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58FA3D-A826-43DA-80EA-B299A09AC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09BC48-A25E-455B-9E44-23E768F82A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920D146-BA81-4F3A-8298-F970ADCFF0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{5833E605-C216-4103-9406-D39557A49F3B}73846a10-b45f-4a4d-8433-9e1da013ba22-TF31960b5d-6229-40c3-a470-9e72e7d56365_win32</Template>
  <TotalTime>118</TotalTime>
  <Words>413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Google Sans</vt:lpstr>
      <vt:lpstr>Trade Gothic Next Cond</vt:lpstr>
      <vt:lpstr>Trade Gothic Next Light</vt:lpstr>
      <vt:lpstr>Portal</vt:lpstr>
      <vt:lpstr>SPANIA</vt:lpstr>
      <vt:lpstr>Mancaruri traditionale</vt:lpstr>
      <vt:lpstr>.</vt:lpstr>
      <vt:lpstr>El Juego de jocuri   el juego de corer(jocuri de alergare)   </vt:lpstr>
      <vt:lpstr>bauturi</vt:lpstr>
      <vt:lpstr>Locuri de vizitat</vt:lpstr>
      <vt:lpstr>UN BANC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staiciu mihai</dc:creator>
  <cp:lastModifiedBy>hazliu tech</cp:lastModifiedBy>
  <cp:revision>4</cp:revision>
  <dcterms:created xsi:type="dcterms:W3CDTF">2026-03-16T17:35:04Z</dcterms:created>
  <dcterms:modified xsi:type="dcterms:W3CDTF">2026-03-23T19:20:47Z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