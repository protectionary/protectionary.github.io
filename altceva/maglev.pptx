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webextensions/webextension2.xml" ContentType="application/vnd.ms-office.webextension+xml"/>
  <Override PartName="/ppt/webextensions/webextension3.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ags/tag2.xml" ContentType="application/vnd.openxmlformats-officedocument.presentationml.tags+xml"/>
  <Override PartName="/ppt/slideLayouts/slideLayout3.xml" ContentType="application/vnd.openxmlformats-officedocument.presentationml.slideLayout+xml"/>
  <Override PartName="/ppt/theme/theme2.xml" ContentType="application/vnd.openxmlformats-officedocument.theme+xml"/>
  <Override PartName="/ppt/tags/tag3.xml" ContentType="application/vnd.openxmlformats-officedocument.presentationml.tags+xml"/>
  <Override PartName="/ppt/slideLayouts/slideLayout4.xml" ContentType="application/vnd.openxmlformats-officedocument.presentationml.slideLayout+xml"/>
  <Override PartName="/ppt/theme/theme3.xml" ContentType="application/vnd.openxmlformats-officedocument.theme+xml"/>
  <Override PartName="/ppt/tags/tag4.xml" ContentType="application/vnd.openxmlformats-officedocument.presentationml.tags+xml"/>
  <Override PartName="/ppt/slideLayouts/slideLayout5.xml" ContentType="application/vnd.openxmlformats-officedocument.presentationml.slideLayout+xml"/>
  <Override PartName="/ppt/theme/theme4.xml" ContentType="application/vnd.openxmlformats-officedocument.theme+xml"/>
  <Override PartName="/ppt/tags/tag5.xml" ContentType="application/vnd.openxmlformats-officedocument.presentationml.tags+xml"/>
  <Override PartName="/ppt/slideLayouts/slideLayout6.xml" ContentType="application/vnd.openxmlformats-officedocument.presentationml.slideLayout+xml"/>
  <Override PartName="/ppt/theme/theme5.xml" ContentType="application/vnd.openxmlformats-officedocument.theme+xml"/>
  <Override PartName="/ppt/tags/tag6.xml" ContentType="application/vnd.openxmlformats-officedocument.presentationml.tags+xml"/>
  <Override PartName="/ppt/slideLayouts/slideLayout7.xml" ContentType="application/vnd.openxmlformats-officedocument.presentationml.slideLayout+xml"/>
  <Override PartName="/ppt/theme/theme6.xml" ContentType="application/vnd.openxmlformats-officedocument.theme+xml"/>
  <Override PartName="/ppt/tags/tag7.xml" ContentType="application/vnd.openxmlformats-officedocument.presentationml.tags+xml"/>
  <Override PartName="/ppt/slideLayouts/slideLayout8.xml" ContentType="application/vnd.openxmlformats-officedocument.presentationml.slideLayout+xml"/>
  <Override PartName="/ppt/theme/theme7.xml" ContentType="application/vnd.openxmlformats-officedocument.theme+xml"/>
  <Override PartName="/ppt/tags/tag8.xml" ContentType="application/vnd.openxmlformats-officedocument.presentationml.tags+xml"/>
  <Override PartName="/ppt/slideLayouts/slideLayout9.xml" ContentType="application/vnd.openxmlformats-officedocument.presentationml.slideLayout+xml"/>
  <Override PartName="/ppt/theme/theme8.xml" ContentType="application/vnd.openxmlformats-officedocument.theme+xml"/>
  <Override PartName="/ppt/tags/tag9.xml" ContentType="application/vnd.openxmlformats-officedocument.presentationml.tags+xml"/>
  <Override PartName="/ppt/slideLayouts/slideLayout10.xml" ContentType="application/vnd.openxmlformats-officedocument.presentationml.slideLayout+xml"/>
  <Override PartName="/ppt/theme/theme9.xml" ContentType="application/vnd.openxmlformats-officedocument.theme+xml"/>
  <Override PartName="/ppt/tags/tag10.xml" ContentType="application/vnd.openxmlformats-officedocument.presentationml.tags+xml"/>
  <Override PartName="/ppt/theme/theme10.xml" ContentType="application/vnd.openxmlformats-officedocument.theme+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9" r:id="rId1"/>
    <p:sldMasterId id="2147483650" r:id="rId2"/>
    <p:sldMasterId id="2147483651" r:id="rId3"/>
    <p:sldMasterId id="2147483652" r:id="rId4"/>
    <p:sldMasterId id="2147483653" r:id="rId5"/>
    <p:sldMasterId id="2147483654" r:id="rId6"/>
    <p:sldMasterId id="2147483655" r:id="rId7"/>
    <p:sldMasterId id="2147483656" r:id="rId8"/>
    <p:sldMasterId id="2147483657" r:id="rId9"/>
  </p:sldMasterIdLst>
  <p:notesMasterIdLst>
    <p:notesMasterId r:id="rId20"/>
  </p:notesMasterIdLst>
  <p:sldIdLst>
    <p:sldId id="257" r:id="rId10"/>
    <p:sldId id="258" r:id="rId11"/>
    <p:sldId id="259" r:id="rId12"/>
    <p:sldId id="260" r:id="rId13"/>
    <p:sldId id="261" r:id="rId14"/>
    <p:sldId id="268" r:id="rId15"/>
    <p:sldId id="263" r:id="rId16"/>
    <p:sldId id="264" r:id="rId17"/>
    <p:sldId id="265" r:id="rId18"/>
    <p:sldId id="267" r:id="rId19"/>
  </p:sldIdLst>
  <p:sldSz cx="12192000" cy="6858000"/>
  <p:notesSz cx="6858000" cy="9144000"/>
  <p:custDataLst>
    <p:tags r:id="rId21"/>
  </p:custDataLst>
  <p:defaultTextStyle>
    <a:defPPr>
      <a:defRPr lang="en-150"/>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100" d="100"/>
          <a:sy n="100" d="100"/>
        </p:scale>
        <p:origin x="96" y="18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Master" Target="slideMasters/slideMaster8.xml"/><Relationship Id="rId13" Type="http://schemas.openxmlformats.org/officeDocument/2006/relationships/slide" Target="slides/slide4.xml"/><Relationship Id="rId18" Type="http://schemas.openxmlformats.org/officeDocument/2006/relationships/slide" Target="slides/slide9.xml"/><Relationship Id="rId3" Type="http://schemas.openxmlformats.org/officeDocument/2006/relationships/slideMaster" Target="slideMasters/slideMaster3.xml"/><Relationship Id="rId21" Type="http://schemas.openxmlformats.org/officeDocument/2006/relationships/tags" Target="tags/tag1.xml"/><Relationship Id="rId7" Type="http://schemas.openxmlformats.org/officeDocument/2006/relationships/slideMaster" Target="slideMasters/slideMaster7.xml"/><Relationship Id="rId12" Type="http://schemas.openxmlformats.org/officeDocument/2006/relationships/slide" Target="slides/slide3.xml"/><Relationship Id="rId17" Type="http://schemas.openxmlformats.org/officeDocument/2006/relationships/slide" Target="slides/slide8.xml"/><Relationship Id="rId25"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7.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 Target="slides/slide2.xml"/><Relationship Id="rId24" Type="http://schemas.openxmlformats.org/officeDocument/2006/relationships/theme" Target="theme/theme1.xml"/><Relationship Id="rId5" Type="http://schemas.openxmlformats.org/officeDocument/2006/relationships/slideMaster" Target="slideMasters/slideMaster5.xml"/><Relationship Id="rId15" Type="http://schemas.openxmlformats.org/officeDocument/2006/relationships/slide" Target="slides/slide6.xml"/><Relationship Id="rId23" Type="http://schemas.openxmlformats.org/officeDocument/2006/relationships/viewProps" Target="viewProps.xml"/><Relationship Id="rId10" Type="http://schemas.openxmlformats.org/officeDocument/2006/relationships/slide" Target="slides/slide1.xml"/><Relationship Id="rId19" Type="http://schemas.openxmlformats.org/officeDocument/2006/relationships/slide" Target="slides/slide10.xml"/><Relationship Id="rId4" Type="http://schemas.openxmlformats.org/officeDocument/2006/relationships/slideMaster" Target="slideMasters/slideMaster4.xml"/><Relationship Id="rId9" Type="http://schemas.openxmlformats.org/officeDocument/2006/relationships/slideMaster" Target="slideMasters/slideMaster9.xml"/><Relationship Id="rId14" Type="http://schemas.openxmlformats.org/officeDocument/2006/relationships/slide" Target="slides/slide5.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0.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15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5353D70-145E-4A81-810D-CA7A03690523}" type="datetimeFigureOut">
              <a:rPr lang="en-150" smtClean="0"/>
              <a:t>17/11/2025</a:t>
            </a:fld>
            <a:endParaRPr lang="en-15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15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150"/>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15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2A4071A-669E-4A64-A475-5E9BB19FF8E7}" type="slidenum">
              <a:rPr lang="en-150" smtClean="0"/>
              <a:t>‹#›</a:t>
            </a:fld>
            <a:endParaRPr lang="en-150"/>
          </a:p>
        </p:txBody>
      </p:sp>
    </p:spTree>
    <p:extLst>
      <p:ext uri="{BB962C8B-B14F-4D97-AF65-F5344CB8AC3E}">
        <p14:creationId xmlns:p14="http://schemas.microsoft.com/office/powerpoint/2010/main" val="62209665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Title and Content (bg 7)">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709C009E-18CE-2ABA-7B88-70CE28A01AA9}"/>
              </a:ext>
            </a:extLst>
          </p:cNvPr>
          <p:cNvSpPr>
            <a:spLocks noGrp="1"/>
          </p:cNvSpPr>
          <p:nvPr>
            <p:ph type="dt" sz="half" idx="10"/>
          </p:nvPr>
        </p:nvSpPr>
        <p:spPr/>
        <p:txBody>
          <a:bodyPr/>
          <a:lstStyle/>
          <a:p>
            <a:fld id="{2E405B87-0B1C-464B-928F-AA5E9D282D70}" type="datetimeFigureOut">
              <a:rPr lang="en-US" smtClean="0"/>
              <a:t>11/17/2025</a:t>
            </a:fld>
            <a:endParaRPr lang="en-US"/>
          </a:p>
        </p:txBody>
      </p:sp>
      <p:sp>
        <p:nvSpPr>
          <p:cNvPr id="4" name="Footer Placeholder 3">
            <a:extLst>
              <a:ext uri="{FF2B5EF4-FFF2-40B4-BE49-F238E27FC236}">
                <a16:creationId xmlns:a16="http://schemas.microsoft.com/office/drawing/2014/main" id="{B69C5029-751C-4F17-1EC0-5F6DFBB052A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8DAA051-C3F9-3F92-DAE3-3528A2E2BD46}"/>
              </a:ext>
            </a:extLst>
          </p:cNvPr>
          <p:cNvSpPr>
            <a:spLocks noGrp="1"/>
          </p:cNvSpPr>
          <p:nvPr>
            <p:ph type="sldNum" sz="quarter" idx="12"/>
          </p:nvPr>
        </p:nvSpPr>
        <p:spPr/>
        <p:txBody>
          <a:bodyPr/>
          <a:lstStyle/>
          <a:p>
            <a:fld id="{D9AD4B2D-25FF-0B46-98A4-87FBB723E472}" type="slidenum">
              <a:rPr lang="en-US" smtClean="0"/>
              <a:t>‹#›</a:t>
            </a:fld>
            <a:endParaRPr lang="en-US"/>
          </a:p>
        </p:txBody>
      </p:sp>
    </p:spTree>
    <p:extLst>
      <p:ext uri="{BB962C8B-B14F-4D97-AF65-F5344CB8AC3E}">
        <p14:creationId xmlns:p14="http://schemas.microsoft.com/office/powerpoint/2010/main" val="33371398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605281"/>
            <a:ext cx="6400800" cy="3190240"/>
          </a:xfrm>
        </p:spPr>
        <p:txBody>
          <a:bodyPr anchor="b"/>
          <a:lstStyle>
            <a:lvl1pPr algn="l">
              <a:defRPr sz="6000"/>
            </a:lvl1pPr>
          </a:lstStyle>
          <a:p>
            <a:r>
              <a:rPr lang="en-US" dirty="0"/>
              <a:t>Click to edit Master title style</a:t>
            </a:r>
          </a:p>
        </p:txBody>
      </p:sp>
      <p:sp>
        <p:nvSpPr>
          <p:cNvPr id="3" name="Subtitle 2"/>
          <p:cNvSpPr>
            <a:spLocks noGrp="1"/>
          </p:cNvSpPr>
          <p:nvPr>
            <p:ph type="subTitle" idx="1"/>
          </p:nvPr>
        </p:nvSpPr>
        <p:spPr>
          <a:xfrm>
            <a:off x="1526540" y="5181601"/>
            <a:ext cx="6400800" cy="695960"/>
          </a:xfrm>
        </p:spPr>
        <p:txBody>
          <a:bodyPr anchor="ctr"/>
          <a:lstStyle>
            <a:lvl1pPr marL="0" indent="0" algn="l">
              <a:buNone/>
              <a:defRPr sz="2400"/>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2E405B87-0B1C-464B-928F-AA5E9D282D70}" type="datetimeFigureOut">
              <a:rPr lang="en-US" smtClean="0"/>
              <a:t>11/17/2025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9AD4B2D-25FF-0B46-98A4-87FBB723E472}" type="slidenum">
              <a:rPr lang="en-US" smtClean="0"/>
              <a:t>‹#›</a:t>
            </a:fld>
            <a:endParaRPr lang="en-US"/>
          </a:p>
        </p:txBody>
      </p:sp>
      <p:sp>
        <p:nvSpPr>
          <p:cNvPr id="8" name="Picture Placeholder 7">
            <a:extLst>
              <a:ext uri="{FF2B5EF4-FFF2-40B4-BE49-F238E27FC236}">
                <a16:creationId xmlns:a16="http://schemas.microsoft.com/office/drawing/2014/main" id="{3CB9B453-B113-191E-39AE-5F46524E587E}"/>
              </a:ext>
            </a:extLst>
          </p:cNvPr>
          <p:cNvSpPr>
            <a:spLocks noGrp="1"/>
          </p:cNvSpPr>
          <p:nvPr>
            <p:ph type="pic" sz="quarter" idx="13" hasCustomPrompt="1"/>
          </p:nvPr>
        </p:nvSpPr>
        <p:spPr>
          <a:xfrm>
            <a:off x="1524000" y="1082042"/>
            <a:ext cx="1391920" cy="467195"/>
          </a:xfrm>
        </p:spPr>
        <p:txBody>
          <a:bodyPr anchor="ctr"/>
          <a:lstStyle>
            <a:lvl1pPr marL="120650" indent="0" algn="ctr">
              <a:buNone/>
              <a:defRPr/>
            </a:lvl1pPr>
          </a:lstStyle>
          <a:p>
            <a:r>
              <a:rPr lang="en-US"/>
              <a:t>Logo</a:t>
            </a:r>
          </a:p>
        </p:txBody>
      </p:sp>
    </p:spTree>
    <p:extLst>
      <p:ext uri="{BB962C8B-B14F-4D97-AF65-F5344CB8AC3E}">
        <p14:creationId xmlns:p14="http://schemas.microsoft.com/office/powerpoint/2010/main" val="21319988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B1657C-D351-B6D0-AAB9-16C9490E4838}"/>
              </a:ext>
            </a:extLst>
          </p:cNvPr>
          <p:cNvSpPr>
            <a:spLocks noGrp="1"/>
          </p:cNvSpPr>
          <p:nvPr>
            <p:ph type="title"/>
          </p:nvPr>
        </p:nvSpPr>
        <p:spPr/>
        <p:txBody>
          <a:bodyPr/>
          <a:lstStyle/>
          <a:p>
            <a:r>
              <a:rPr lang="en-US" dirty="0"/>
              <a:t>Click to edit Master title style</a:t>
            </a:r>
          </a:p>
        </p:txBody>
      </p:sp>
      <p:sp>
        <p:nvSpPr>
          <p:cNvPr id="3" name="Date Placeholder 2">
            <a:extLst>
              <a:ext uri="{FF2B5EF4-FFF2-40B4-BE49-F238E27FC236}">
                <a16:creationId xmlns:a16="http://schemas.microsoft.com/office/drawing/2014/main" id="{614F6409-8218-F59A-3647-FC8FE0DB7D57}"/>
              </a:ext>
            </a:extLst>
          </p:cNvPr>
          <p:cNvSpPr>
            <a:spLocks noGrp="1"/>
          </p:cNvSpPr>
          <p:nvPr>
            <p:ph type="dt" sz="half" idx="10"/>
          </p:nvPr>
        </p:nvSpPr>
        <p:spPr/>
        <p:txBody>
          <a:bodyPr/>
          <a:lstStyle/>
          <a:p>
            <a:fld id="{2E405B87-0B1C-464B-928F-AA5E9D282D70}" type="datetimeFigureOut">
              <a:rPr lang="en-US" smtClean="0"/>
              <a:t>11/17/2025</a:t>
            </a:fld>
            <a:endParaRPr lang="en-US"/>
          </a:p>
        </p:txBody>
      </p:sp>
      <p:sp>
        <p:nvSpPr>
          <p:cNvPr id="4" name="Footer Placeholder 3">
            <a:extLst>
              <a:ext uri="{FF2B5EF4-FFF2-40B4-BE49-F238E27FC236}">
                <a16:creationId xmlns:a16="http://schemas.microsoft.com/office/drawing/2014/main" id="{A86F1A59-9210-6888-0C26-42AAFB038AF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4A161BF-6C3E-3043-4DAD-47359AC6DF41}"/>
              </a:ext>
            </a:extLst>
          </p:cNvPr>
          <p:cNvSpPr>
            <a:spLocks noGrp="1"/>
          </p:cNvSpPr>
          <p:nvPr>
            <p:ph type="sldNum" sz="quarter" idx="12"/>
          </p:nvPr>
        </p:nvSpPr>
        <p:spPr/>
        <p:txBody>
          <a:bodyPr/>
          <a:lstStyle/>
          <a:p>
            <a:fld id="{D9AD4B2D-25FF-0B46-98A4-87FBB723E472}" type="slidenum">
              <a:rPr lang="en-US" smtClean="0"/>
              <a:t>‹#›</a:t>
            </a:fld>
            <a:endParaRPr lang="en-US"/>
          </a:p>
        </p:txBody>
      </p:sp>
      <p:sp>
        <p:nvSpPr>
          <p:cNvPr id="7" name="Content Placeholder 6">
            <a:extLst>
              <a:ext uri="{FF2B5EF4-FFF2-40B4-BE49-F238E27FC236}">
                <a16:creationId xmlns:a16="http://schemas.microsoft.com/office/drawing/2014/main" id="{97A27B55-6E26-1D7C-ACA0-8371E922EA09}"/>
              </a:ext>
            </a:extLst>
          </p:cNvPr>
          <p:cNvSpPr>
            <a:spLocks noGrp="1"/>
          </p:cNvSpPr>
          <p:nvPr>
            <p:ph sz="quarter" idx="13"/>
          </p:nvPr>
        </p:nvSpPr>
        <p:spPr>
          <a:xfrm>
            <a:off x="4267200" y="1600200"/>
            <a:ext cx="7315200"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 Placeholder 9">
            <a:extLst>
              <a:ext uri="{FF2B5EF4-FFF2-40B4-BE49-F238E27FC236}">
                <a16:creationId xmlns:a16="http://schemas.microsoft.com/office/drawing/2014/main" id="{0CA09195-685B-E921-8792-97A15241C65E}"/>
              </a:ext>
            </a:extLst>
          </p:cNvPr>
          <p:cNvSpPr>
            <a:spLocks noGrp="1"/>
          </p:cNvSpPr>
          <p:nvPr>
            <p:ph type="body" sz="quarter" idx="14" hasCustomPrompt="1"/>
          </p:nvPr>
        </p:nvSpPr>
        <p:spPr>
          <a:xfrm>
            <a:off x="609599" y="457200"/>
            <a:ext cx="2286000" cy="311610"/>
          </a:xfrm>
          <a:prstGeom prst="roundRect">
            <a:avLst>
              <a:gd name="adj" fmla="val 50000"/>
            </a:avLst>
          </a:prstGeom>
          <a:noFill/>
          <a:ln w="19050">
            <a:solidFill>
              <a:schemeClr val="tx2"/>
            </a:solidFill>
          </a:ln>
        </p:spPr>
        <p:txBody>
          <a:bodyPr wrap="none" lIns="91440" tIns="18288" bIns="18288" rtlCol="0" anchor="ctr">
            <a:spAutoFit/>
          </a:bodyPr>
          <a:lstStyle>
            <a:lvl1pPr marL="0" indent="0">
              <a:lnSpc>
                <a:spcPct val="100000"/>
              </a:lnSpc>
              <a:buNone/>
              <a:defRPr lang="en-US" sz="1200" b="1" i="0" dirty="0" smtClean="0">
                <a:solidFill>
                  <a:schemeClr val="tx2"/>
                </a:solidFill>
                <a:latin typeface="Arial" panose="020B0604020202020204" pitchFamily="34" charset="0"/>
                <a:cs typeface="Arial" panose="020B0604020202020204" pitchFamily="34" charset="0"/>
              </a:defRPr>
            </a:lvl1pPr>
          </a:lstStyle>
          <a:p>
            <a:pPr marL="0" lvl="0" defTabSz="457200"/>
            <a:r>
              <a:rPr lang="en-US" dirty="0"/>
              <a:t>Chapter Title</a:t>
            </a:r>
          </a:p>
        </p:txBody>
      </p:sp>
    </p:spTree>
    <p:extLst>
      <p:ext uri="{BB962C8B-B14F-4D97-AF65-F5344CB8AC3E}">
        <p14:creationId xmlns:p14="http://schemas.microsoft.com/office/powerpoint/2010/main" val="32772866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Sec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CCC71-D39A-4829-BDE8-267D41B392E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39B9E44-1E07-1EA4-2543-59536F2BD934}"/>
              </a:ext>
            </a:extLst>
          </p:cNvPr>
          <p:cNvSpPr>
            <a:spLocks noGrp="1"/>
          </p:cNvSpPr>
          <p:nvPr>
            <p:ph type="dt" sz="half" idx="10"/>
          </p:nvPr>
        </p:nvSpPr>
        <p:spPr/>
        <p:txBody>
          <a:bodyPr/>
          <a:lstStyle/>
          <a:p>
            <a:fld id="{2E405B87-0B1C-464B-928F-AA5E9D282D70}" type="datetimeFigureOut">
              <a:rPr lang="en-US" smtClean="0"/>
              <a:t>11/17/2025</a:t>
            </a:fld>
            <a:endParaRPr lang="en-US"/>
          </a:p>
        </p:txBody>
      </p:sp>
      <p:sp>
        <p:nvSpPr>
          <p:cNvPr id="4" name="Footer Placeholder 3">
            <a:extLst>
              <a:ext uri="{FF2B5EF4-FFF2-40B4-BE49-F238E27FC236}">
                <a16:creationId xmlns:a16="http://schemas.microsoft.com/office/drawing/2014/main" id="{66FD4A26-597F-DC1D-C110-104AFB34965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A6E3A69-5C1F-5F3C-15D2-1E508D0830EC}"/>
              </a:ext>
            </a:extLst>
          </p:cNvPr>
          <p:cNvSpPr>
            <a:spLocks noGrp="1"/>
          </p:cNvSpPr>
          <p:nvPr>
            <p:ph type="sldNum" sz="quarter" idx="12"/>
          </p:nvPr>
        </p:nvSpPr>
        <p:spPr/>
        <p:txBody>
          <a:bodyPr/>
          <a:lstStyle/>
          <a:p>
            <a:fld id="{D9AD4B2D-25FF-0B46-98A4-87FBB723E472}" type="slidenum">
              <a:rPr lang="en-US" smtClean="0"/>
              <a:t>‹#›</a:t>
            </a:fld>
            <a:endParaRPr lang="en-US"/>
          </a:p>
        </p:txBody>
      </p:sp>
      <p:sp>
        <p:nvSpPr>
          <p:cNvPr id="6" name="Text Placeholder 2">
            <a:extLst>
              <a:ext uri="{FF2B5EF4-FFF2-40B4-BE49-F238E27FC236}">
                <a16:creationId xmlns:a16="http://schemas.microsoft.com/office/drawing/2014/main" id="{81D8359B-D694-F861-3E2B-5DF9346D1EF6}"/>
              </a:ext>
            </a:extLst>
          </p:cNvPr>
          <p:cNvSpPr>
            <a:spLocks noGrp="1"/>
          </p:cNvSpPr>
          <p:nvPr>
            <p:ph type="body" idx="1" hasCustomPrompt="1"/>
          </p:nvPr>
        </p:nvSpPr>
        <p:spPr>
          <a:xfrm>
            <a:off x="609598" y="1600199"/>
            <a:ext cx="5120640" cy="520219"/>
          </a:xfrm>
        </p:spPr>
        <p:txBody>
          <a:bodyPr anchor="t">
            <a:normAutofit/>
          </a:bodyPr>
          <a:lstStyle>
            <a:lvl1pPr marL="0" indent="0">
              <a:lnSpc>
                <a:spcPct val="120000"/>
              </a:lnSpc>
              <a:buNone/>
              <a:defRPr sz="2000" b="0" i="0">
                <a:solidFill>
                  <a:schemeClr val="tx1"/>
                </a:solidFill>
                <a:latin typeface="+mj-lt"/>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dirty="0"/>
              <a:t>Header</a:t>
            </a:r>
          </a:p>
        </p:txBody>
      </p:sp>
      <p:sp>
        <p:nvSpPr>
          <p:cNvPr id="7" name="Content Placeholder 3">
            <a:extLst>
              <a:ext uri="{FF2B5EF4-FFF2-40B4-BE49-F238E27FC236}">
                <a16:creationId xmlns:a16="http://schemas.microsoft.com/office/drawing/2014/main" id="{AD751541-2F96-0E97-796B-3A4E0D7C23F9}"/>
              </a:ext>
            </a:extLst>
          </p:cNvPr>
          <p:cNvSpPr>
            <a:spLocks noGrp="1"/>
          </p:cNvSpPr>
          <p:nvPr>
            <p:ph sz="half" idx="2"/>
          </p:nvPr>
        </p:nvSpPr>
        <p:spPr>
          <a:xfrm>
            <a:off x="609599" y="2282979"/>
            <a:ext cx="5120640" cy="38892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 Placeholder 4">
            <a:extLst>
              <a:ext uri="{FF2B5EF4-FFF2-40B4-BE49-F238E27FC236}">
                <a16:creationId xmlns:a16="http://schemas.microsoft.com/office/drawing/2014/main" id="{5ED9FA73-56D3-78D4-7630-BC3FED8A9BF5}"/>
              </a:ext>
            </a:extLst>
          </p:cNvPr>
          <p:cNvSpPr>
            <a:spLocks noGrp="1"/>
          </p:cNvSpPr>
          <p:nvPr>
            <p:ph type="body" sz="quarter" idx="3" hasCustomPrompt="1"/>
          </p:nvPr>
        </p:nvSpPr>
        <p:spPr>
          <a:xfrm>
            <a:off x="6096000" y="1600199"/>
            <a:ext cx="5120640" cy="520219"/>
          </a:xfrm>
        </p:spPr>
        <p:txBody>
          <a:bodyPr anchor="t">
            <a:normAutofit/>
          </a:bodyPr>
          <a:lstStyle>
            <a:lvl1pPr marL="0" indent="0">
              <a:lnSpc>
                <a:spcPct val="120000"/>
              </a:lnSpc>
              <a:buNone/>
              <a:defRPr sz="2000" b="0" i="0">
                <a:solidFill>
                  <a:schemeClr val="tx1"/>
                </a:solidFill>
                <a:latin typeface="+mj-lt"/>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dirty="0"/>
              <a:t>Header</a:t>
            </a:r>
          </a:p>
        </p:txBody>
      </p:sp>
      <p:sp>
        <p:nvSpPr>
          <p:cNvPr id="9" name="Content Placeholder 5">
            <a:extLst>
              <a:ext uri="{FF2B5EF4-FFF2-40B4-BE49-F238E27FC236}">
                <a16:creationId xmlns:a16="http://schemas.microsoft.com/office/drawing/2014/main" id="{B761B2F0-1FE0-6C53-6102-7FDC755D9DB0}"/>
              </a:ext>
            </a:extLst>
          </p:cNvPr>
          <p:cNvSpPr>
            <a:spLocks noGrp="1"/>
          </p:cNvSpPr>
          <p:nvPr>
            <p:ph sz="quarter" idx="4"/>
          </p:nvPr>
        </p:nvSpPr>
        <p:spPr>
          <a:xfrm>
            <a:off x="6096000" y="2282979"/>
            <a:ext cx="5120640" cy="38892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9">
            <a:extLst>
              <a:ext uri="{FF2B5EF4-FFF2-40B4-BE49-F238E27FC236}">
                <a16:creationId xmlns:a16="http://schemas.microsoft.com/office/drawing/2014/main" id="{F5945680-34F3-D207-D660-5017B75D0263}"/>
              </a:ext>
            </a:extLst>
          </p:cNvPr>
          <p:cNvSpPr>
            <a:spLocks noGrp="1"/>
          </p:cNvSpPr>
          <p:nvPr>
            <p:ph type="body" sz="quarter" idx="13" hasCustomPrompt="1"/>
          </p:nvPr>
        </p:nvSpPr>
        <p:spPr>
          <a:xfrm>
            <a:off x="609600" y="467796"/>
            <a:ext cx="2286000" cy="311610"/>
          </a:xfrm>
          <a:prstGeom prst="roundRect">
            <a:avLst>
              <a:gd name="adj" fmla="val 50000"/>
            </a:avLst>
          </a:prstGeom>
          <a:noFill/>
          <a:ln w="19050">
            <a:solidFill>
              <a:schemeClr val="tx2"/>
            </a:solidFill>
          </a:ln>
        </p:spPr>
        <p:txBody>
          <a:bodyPr wrap="none" lIns="91440" tIns="18288" bIns="18288" rtlCol="0" anchor="ctr">
            <a:spAutoFit/>
          </a:bodyPr>
          <a:lstStyle>
            <a:lvl1pPr marL="0" indent="0">
              <a:lnSpc>
                <a:spcPct val="100000"/>
              </a:lnSpc>
              <a:buNone/>
              <a:defRPr lang="en-US" sz="1200" b="1" i="0" dirty="0" smtClean="0">
                <a:solidFill>
                  <a:schemeClr val="tx2"/>
                </a:solidFill>
                <a:latin typeface="Arial" panose="020B0604020202020204" pitchFamily="34" charset="0"/>
                <a:cs typeface="Arial" panose="020B0604020202020204" pitchFamily="34" charset="0"/>
              </a:defRPr>
            </a:lvl1pPr>
          </a:lstStyle>
          <a:p>
            <a:pPr marL="0" lvl="0" defTabSz="457200"/>
            <a:r>
              <a:rPr lang="en-US" dirty="0"/>
              <a:t>Chapter Title</a:t>
            </a:r>
          </a:p>
        </p:txBody>
      </p:sp>
    </p:spTree>
    <p:extLst>
      <p:ext uri="{BB962C8B-B14F-4D97-AF65-F5344CB8AC3E}">
        <p14:creationId xmlns:p14="http://schemas.microsoft.com/office/powerpoint/2010/main" val="41401173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3339FA-01E2-413E-1D76-13FA3653873A}"/>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CAEC4A4-186C-38CA-6B1E-B00A4640FB13}"/>
              </a:ext>
            </a:extLst>
          </p:cNvPr>
          <p:cNvSpPr>
            <a:spLocks noGrp="1"/>
          </p:cNvSpPr>
          <p:nvPr>
            <p:ph type="dt" sz="half" idx="10"/>
          </p:nvPr>
        </p:nvSpPr>
        <p:spPr/>
        <p:txBody>
          <a:bodyPr/>
          <a:lstStyle/>
          <a:p>
            <a:fld id="{2E405B87-0B1C-464B-928F-AA5E9D282D70}" type="datetimeFigureOut">
              <a:rPr lang="en-US" smtClean="0"/>
              <a:t>11/17/2025</a:t>
            </a:fld>
            <a:endParaRPr lang="en-US"/>
          </a:p>
        </p:txBody>
      </p:sp>
      <p:sp>
        <p:nvSpPr>
          <p:cNvPr id="4" name="Footer Placeholder 3">
            <a:extLst>
              <a:ext uri="{FF2B5EF4-FFF2-40B4-BE49-F238E27FC236}">
                <a16:creationId xmlns:a16="http://schemas.microsoft.com/office/drawing/2014/main" id="{CDA40AFC-0D67-94C7-CC98-B67297CC725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C9FCEB5-B13C-7993-47D1-49823448C576}"/>
              </a:ext>
            </a:extLst>
          </p:cNvPr>
          <p:cNvSpPr>
            <a:spLocks noGrp="1"/>
          </p:cNvSpPr>
          <p:nvPr>
            <p:ph type="sldNum" sz="quarter" idx="12"/>
          </p:nvPr>
        </p:nvSpPr>
        <p:spPr/>
        <p:txBody>
          <a:bodyPr/>
          <a:lstStyle/>
          <a:p>
            <a:fld id="{D9AD4B2D-25FF-0B46-98A4-87FBB723E472}" type="slidenum">
              <a:rPr lang="en-US" smtClean="0"/>
              <a:t>‹#›</a:t>
            </a:fld>
            <a:endParaRPr lang="en-US"/>
          </a:p>
        </p:txBody>
      </p:sp>
      <p:sp>
        <p:nvSpPr>
          <p:cNvPr id="6" name="Text Placeholder 9">
            <a:extLst>
              <a:ext uri="{FF2B5EF4-FFF2-40B4-BE49-F238E27FC236}">
                <a16:creationId xmlns:a16="http://schemas.microsoft.com/office/drawing/2014/main" id="{4390228F-E31B-C927-B09A-89266831EC05}"/>
              </a:ext>
            </a:extLst>
          </p:cNvPr>
          <p:cNvSpPr>
            <a:spLocks noGrp="1"/>
          </p:cNvSpPr>
          <p:nvPr>
            <p:ph type="body" sz="quarter" idx="17" hasCustomPrompt="1"/>
          </p:nvPr>
        </p:nvSpPr>
        <p:spPr>
          <a:xfrm>
            <a:off x="609599" y="457200"/>
            <a:ext cx="2286000" cy="311610"/>
          </a:xfrm>
          <a:prstGeom prst="roundRect">
            <a:avLst>
              <a:gd name="adj" fmla="val 50000"/>
            </a:avLst>
          </a:prstGeom>
          <a:noFill/>
          <a:ln w="19050">
            <a:solidFill>
              <a:schemeClr val="tx2"/>
            </a:solidFill>
          </a:ln>
        </p:spPr>
        <p:txBody>
          <a:bodyPr wrap="none" lIns="91440" tIns="18288" bIns="18288" rtlCol="0" anchor="ctr">
            <a:spAutoFit/>
          </a:bodyPr>
          <a:lstStyle>
            <a:lvl1pPr marL="0" indent="0">
              <a:lnSpc>
                <a:spcPct val="100000"/>
              </a:lnSpc>
              <a:buNone/>
              <a:defRPr lang="en-US" sz="1200" b="1" i="0" dirty="0" smtClean="0">
                <a:solidFill>
                  <a:schemeClr val="tx2"/>
                </a:solidFill>
                <a:latin typeface="Arial" panose="020B0604020202020204" pitchFamily="34" charset="0"/>
                <a:cs typeface="Arial" panose="020B0604020202020204" pitchFamily="34" charset="0"/>
              </a:defRPr>
            </a:lvl1pPr>
          </a:lstStyle>
          <a:p>
            <a:pPr marL="0" lvl="0" defTabSz="457200"/>
            <a:r>
              <a:rPr lang="en-US" dirty="0"/>
              <a:t>Chapter Title</a:t>
            </a:r>
          </a:p>
        </p:txBody>
      </p:sp>
      <p:sp>
        <p:nvSpPr>
          <p:cNvPr id="7" name="Content Placeholder 3">
            <a:extLst>
              <a:ext uri="{FF2B5EF4-FFF2-40B4-BE49-F238E27FC236}">
                <a16:creationId xmlns:a16="http://schemas.microsoft.com/office/drawing/2014/main" id="{8840056C-6B50-B1A5-E26F-3665C11649D7}"/>
              </a:ext>
            </a:extLst>
          </p:cNvPr>
          <p:cNvSpPr>
            <a:spLocks noGrp="1"/>
          </p:cNvSpPr>
          <p:nvPr>
            <p:ph sz="half" idx="14"/>
          </p:nvPr>
        </p:nvSpPr>
        <p:spPr>
          <a:xfrm>
            <a:off x="609600" y="2011462"/>
            <a:ext cx="7318549" cy="1096006"/>
          </a:xfrm>
        </p:spPr>
        <p:txBody>
          <a:bodyPr anchor="ctr">
            <a:noAutofit/>
          </a:bodyPr>
          <a:lstStyle>
            <a:lvl1pPr marL="11113" indent="0">
              <a:buNone/>
              <a:defRPr sz="1400"/>
            </a:lvl1pPr>
            <a:lvl2pPr>
              <a:defRPr sz="1400"/>
            </a:lvl2pPr>
            <a:lvl3pPr>
              <a:defRPr sz="14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Content Placeholder 3">
            <a:extLst>
              <a:ext uri="{FF2B5EF4-FFF2-40B4-BE49-F238E27FC236}">
                <a16:creationId xmlns:a16="http://schemas.microsoft.com/office/drawing/2014/main" id="{2958EDBC-4CC1-CEB2-7BE3-888F2A01762A}"/>
              </a:ext>
            </a:extLst>
          </p:cNvPr>
          <p:cNvSpPr>
            <a:spLocks noGrp="1"/>
          </p:cNvSpPr>
          <p:nvPr>
            <p:ph sz="half" idx="15"/>
          </p:nvPr>
        </p:nvSpPr>
        <p:spPr>
          <a:xfrm>
            <a:off x="609599" y="3543829"/>
            <a:ext cx="7318549" cy="1096006"/>
          </a:xfrm>
        </p:spPr>
        <p:txBody>
          <a:bodyPr anchor="ctr">
            <a:noAutofit/>
          </a:bodyPr>
          <a:lstStyle>
            <a:lvl1pPr marL="11113" indent="0">
              <a:buNone/>
              <a:defRPr sz="1400"/>
            </a:lvl1pPr>
            <a:lvl2pPr>
              <a:defRPr sz="1400"/>
            </a:lvl2pPr>
            <a:lvl3pPr>
              <a:defRPr sz="14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Content Placeholder 3">
            <a:extLst>
              <a:ext uri="{FF2B5EF4-FFF2-40B4-BE49-F238E27FC236}">
                <a16:creationId xmlns:a16="http://schemas.microsoft.com/office/drawing/2014/main" id="{80B86420-4314-3F61-1FCA-1B0AC0637F24}"/>
              </a:ext>
            </a:extLst>
          </p:cNvPr>
          <p:cNvSpPr>
            <a:spLocks noGrp="1"/>
          </p:cNvSpPr>
          <p:nvPr>
            <p:ph sz="half" idx="16"/>
          </p:nvPr>
        </p:nvSpPr>
        <p:spPr>
          <a:xfrm>
            <a:off x="609600" y="5076194"/>
            <a:ext cx="7318549" cy="1096006"/>
          </a:xfrm>
        </p:spPr>
        <p:txBody>
          <a:bodyPr anchor="ctr">
            <a:noAutofit/>
          </a:bodyPr>
          <a:lstStyle>
            <a:lvl1pPr marL="11113" indent="0">
              <a:buNone/>
              <a:defRPr sz="1400"/>
            </a:lvl1pPr>
            <a:lvl2pPr>
              <a:defRPr sz="1400"/>
            </a:lvl2pPr>
            <a:lvl3pPr>
              <a:defRPr sz="14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Text Placeholder 2">
            <a:extLst>
              <a:ext uri="{FF2B5EF4-FFF2-40B4-BE49-F238E27FC236}">
                <a16:creationId xmlns:a16="http://schemas.microsoft.com/office/drawing/2014/main" id="{42E4AC52-7068-D447-A1CA-11ABE53D10B6}"/>
              </a:ext>
            </a:extLst>
          </p:cNvPr>
          <p:cNvSpPr>
            <a:spLocks noGrp="1"/>
          </p:cNvSpPr>
          <p:nvPr>
            <p:ph type="body" idx="18"/>
          </p:nvPr>
        </p:nvSpPr>
        <p:spPr>
          <a:xfrm>
            <a:off x="609598" y="3139677"/>
            <a:ext cx="7318550" cy="371943"/>
          </a:xfrm>
        </p:spPr>
        <p:txBody>
          <a:bodyPr anchor="ctr">
            <a:noAutofit/>
          </a:bodyPr>
          <a:lstStyle>
            <a:lvl1pPr marL="0" indent="0">
              <a:lnSpc>
                <a:spcPct val="100000"/>
              </a:lnSpc>
              <a:buNone/>
              <a:defRPr sz="1800" b="1">
                <a:latin typeface="+mj-lt"/>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dirty="0"/>
              <a:t>Click to edit Master text styles</a:t>
            </a:r>
          </a:p>
        </p:txBody>
      </p:sp>
      <p:sp>
        <p:nvSpPr>
          <p:cNvPr id="11" name="Text Placeholder 2">
            <a:extLst>
              <a:ext uri="{FF2B5EF4-FFF2-40B4-BE49-F238E27FC236}">
                <a16:creationId xmlns:a16="http://schemas.microsoft.com/office/drawing/2014/main" id="{0405E0BA-9457-A96E-A097-BC22911CE199}"/>
              </a:ext>
            </a:extLst>
          </p:cNvPr>
          <p:cNvSpPr>
            <a:spLocks noGrp="1"/>
          </p:cNvSpPr>
          <p:nvPr>
            <p:ph type="body" idx="19"/>
          </p:nvPr>
        </p:nvSpPr>
        <p:spPr>
          <a:xfrm>
            <a:off x="609600" y="1607310"/>
            <a:ext cx="7318550" cy="371943"/>
          </a:xfrm>
        </p:spPr>
        <p:txBody>
          <a:bodyPr anchor="ctr">
            <a:noAutofit/>
          </a:bodyPr>
          <a:lstStyle>
            <a:lvl1pPr marL="0" indent="0">
              <a:lnSpc>
                <a:spcPct val="100000"/>
              </a:lnSpc>
              <a:buNone/>
              <a:defRPr sz="1800" b="1">
                <a:latin typeface="+mj-lt"/>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dirty="0"/>
              <a:t>Click to edit Master text styles</a:t>
            </a:r>
          </a:p>
        </p:txBody>
      </p:sp>
      <p:sp>
        <p:nvSpPr>
          <p:cNvPr id="12" name="Text Placeholder 2">
            <a:extLst>
              <a:ext uri="{FF2B5EF4-FFF2-40B4-BE49-F238E27FC236}">
                <a16:creationId xmlns:a16="http://schemas.microsoft.com/office/drawing/2014/main" id="{55052027-84F3-EF76-725C-BA834FC0A63A}"/>
              </a:ext>
            </a:extLst>
          </p:cNvPr>
          <p:cNvSpPr>
            <a:spLocks noGrp="1"/>
          </p:cNvSpPr>
          <p:nvPr>
            <p:ph type="body" idx="20"/>
          </p:nvPr>
        </p:nvSpPr>
        <p:spPr>
          <a:xfrm>
            <a:off x="609598" y="4672044"/>
            <a:ext cx="7318550" cy="371943"/>
          </a:xfrm>
        </p:spPr>
        <p:txBody>
          <a:bodyPr anchor="ctr">
            <a:noAutofit/>
          </a:bodyPr>
          <a:lstStyle>
            <a:lvl1pPr marL="0" indent="0">
              <a:lnSpc>
                <a:spcPct val="100000"/>
              </a:lnSpc>
              <a:buNone/>
              <a:defRPr sz="1800" b="1">
                <a:latin typeface="+mj-lt"/>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dirty="0"/>
              <a:t>Click to edit Master text styles</a:t>
            </a:r>
          </a:p>
        </p:txBody>
      </p:sp>
    </p:spTree>
    <p:extLst>
      <p:ext uri="{BB962C8B-B14F-4D97-AF65-F5344CB8AC3E}">
        <p14:creationId xmlns:p14="http://schemas.microsoft.com/office/powerpoint/2010/main" val="40339905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Image 2 Sections Horizontal">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0EAA40-E55A-2897-3240-3FAADCE3348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979BD44-4FF8-108B-7E86-F0F4C2F5BB85}"/>
              </a:ext>
            </a:extLst>
          </p:cNvPr>
          <p:cNvSpPr>
            <a:spLocks noGrp="1"/>
          </p:cNvSpPr>
          <p:nvPr>
            <p:ph type="dt" sz="half" idx="10"/>
          </p:nvPr>
        </p:nvSpPr>
        <p:spPr/>
        <p:txBody>
          <a:bodyPr/>
          <a:lstStyle/>
          <a:p>
            <a:fld id="{2E405B87-0B1C-464B-928F-AA5E9D282D70}" type="datetimeFigureOut">
              <a:rPr lang="en-US" smtClean="0"/>
              <a:t>11/17/2025</a:t>
            </a:fld>
            <a:endParaRPr lang="en-US"/>
          </a:p>
        </p:txBody>
      </p:sp>
      <p:sp>
        <p:nvSpPr>
          <p:cNvPr id="4" name="Footer Placeholder 3">
            <a:extLst>
              <a:ext uri="{FF2B5EF4-FFF2-40B4-BE49-F238E27FC236}">
                <a16:creationId xmlns:a16="http://schemas.microsoft.com/office/drawing/2014/main" id="{D0D58A5E-E9C0-A950-A313-9BC1F97343B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EF419E4-C67F-5D2A-3703-254593BF01E1}"/>
              </a:ext>
            </a:extLst>
          </p:cNvPr>
          <p:cNvSpPr>
            <a:spLocks noGrp="1"/>
          </p:cNvSpPr>
          <p:nvPr>
            <p:ph type="sldNum" sz="quarter" idx="12"/>
          </p:nvPr>
        </p:nvSpPr>
        <p:spPr/>
        <p:txBody>
          <a:bodyPr/>
          <a:lstStyle/>
          <a:p>
            <a:fld id="{D9AD4B2D-25FF-0B46-98A4-87FBB723E472}" type="slidenum">
              <a:rPr lang="en-US" smtClean="0"/>
              <a:t>‹#›</a:t>
            </a:fld>
            <a:endParaRPr lang="en-US"/>
          </a:p>
        </p:txBody>
      </p:sp>
      <p:sp>
        <p:nvSpPr>
          <p:cNvPr id="6" name="Text Placeholder 9">
            <a:extLst>
              <a:ext uri="{FF2B5EF4-FFF2-40B4-BE49-F238E27FC236}">
                <a16:creationId xmlns:a16="http://schemas.microsoft.com/office/drawing/2014/main" id="{39EBD21F-0F87-885B-49B8-41773A786296}"/>
              </a:ext>
            </a:extLst>
          </p:cNvPr>
          <p:cNvSpPr>
            <a:spLocks noGrp="1"/>
          </p:cNvSpPr>
          <p:nvPr>
            <p:ph type="body" sz="quarter" idx="23" hasCustomPrompt="1"/>
          </p:nvPr>
        </p:nvSpPr>
        <p:spPr>
          <a:xfrm>
            <a:off x="609599" y="457200"/>
            <a:ext cx="2286000" cy="311610"/>
          </a:xfrm>
          <a:prstGeom prst="roundRect">
            <a:avLst>
              <a:gd name="adj" fmla="val 50000"/>
            </a:avLst>
          </a:prstGeom>
          <a:noFill/>
          <a:ln w="19050">
            <a:solidFill>
              <a:schemeClr val="tx2"/>
            </a:solidFill>
          </a:ln>
        </p:spPr>
        <p:txBody>
          <a:bodyPr wrap="none" lIns="91440" tIns="18288" bIns="18288" rtlCol="0" anchor="ctr">
            <a:spAutoFit/>
          </a:bodyPr>
          <a:lstStyle>
            <a:lvl1pPr marL="0" indent="0">
              <a:lnSpc>
                <a:spcPct val="100000"/>
              </a:lnSpc>
              <a:buNone/>
              <a:defRPr lang="en-US" sz="1200" b="1" i="0" dirty="0" smtClean="0">
                <a:solidFill>
                  <a:schemeClr val="tx2"/>
                </a:solidFill>
                <a:latin typeface="Arial" panose="020B0604020202020204" pitchFamily="34" charset="0"/>
                <a:cs typeface="Arial" panose="020B0604020202020204" pitchFamily="34" charset="0"/>
              </a:defRPr>
            </a:lvl1pPr>
          </a:lstStyle>
          <a:p>
            <a:pPr marL="0" lvl="0" defTabSz="457200"/>
            <a:r>
              <a:rPr lang="en-US" dirty="0"/>
              <a:t>Chapter Title</a:t>
            </a:r>
          </a:p>
        </p:txBody>
      </p:sp>
      <p:sp>
        <p:nvSpPr>
          <p:cNvPr id="7" name="Content Placeholder 3">
            <a:extLst>
              <a:ext uri="{FF2B5EF4-FFF2-40B4-BE49-F238E27FC236}">
                <a16:creationId xmlns:a16="http://schemas.microsoft.com/office/drawing/2014/main" id="{514807A1-EA4E-8686-2BE6-3C44D544D091}"/>
              </a:ext>
            </a:extLst>
          </p:cNvPr>
          <p:cNvSpPr>
            <a:spLocks noGrp="1"/>
          </p:cNvSpPr>
          <p:nvPr>
            <p:ph sz="half" idx="14"/>
          </p:nvPr>
        </p:nvSpPr>
        <p:spPr>
          <a:xfrm>
            <a:off x="5445759" y="1618340"/>
            <a:ext cx="6136641" cy="2194560"/>
          </a:xfrm>
        </p:spPr>
        <p:txBody>
          <a:bodyPr anchor="ctr">
            <a:normAutofit/>
          </a:bodyPr>
          <a:lstStyle>
            <a:lvl1pPr marL="296863" indent="-285750">
              <a:lnSpc>
                <a:spcPct val="130000"/>
              </a:lnSpc>
              <a:buFont typeface="Arial" panose="020B0604020202020204" pitchFamily="34" charset="0"/>
              <a:buChar char="•"/>
              <a:defRPr sz="1400"/>
            </a:lvl1pPr>
            <a:lvl2pPr>
              <a:lnSpc>
                <a:spcPct val="130000"/>
              </a:lnSpc>
              <a:defRPr sz="1400"/>
            </a:lvl2pPr>
            <a:lvl3pPr>
              <a:lnSpc>
                <a:spcPct val="130000"/>
              </a:lnSpc>
              <a:defRPr sz="1400"/>
            </a:lvl3pPr>
            <a:lvl4pPr>
              <a:lnSpc>
                <a:spcPct val="130000"/>
              </a:lnSpc>
              <a:defRPr sz="1400"/>
            </a:lvl4pPr>
            <a:lvl5pPr>
              <a:lnSpc>
                <a:spcPct val="130000"/>
              </a:lnSpc>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3">
            <a:extLst>
              <a:ext uri="{FF2B5EF4-FFF2-40B4-BE49-F238E27FC236}">
                <a16:creationId xmlns:a16="http://schemas.microsoft.com/office/drawing/2014/main" id="{B442D83D-0623-6883-1EC6-E0C6C8891202}"/>
              </a:ext>
            </a:extLst>
          </p:cNvPr>
          <p:cNvSpPr>
            <a:spLocks noGrp="1"/>
          </p:cNvSpPr>
          <p:nvPr>
            <p:ph sz="half" idx="15"/>
          </p:nvPr>
        </p:nvSpPr>
        <p:spPr>
          <a:xfrm>
            <a:off x="5445759" y="3974740"/>
            <a:ext cx="6136641" cy="2194560"/>
          </a:xfrm>
        </p:spPr>
        <p:txBody>
          <a:bodyPr anchor="ctr">
            <a:normAutofit/>
          </a:bodyPr>
          <a:lstStyle>
            <a:lvl1pPr marL="296863" indent="-285750">
              <a:lnSpc>
                <a:spcPct val="130000"/>
              </a:lnSpc>
              <a:buFont typeface="Arial" panose="020B0604020202020204" pitchFamily="34" charset="0"/>
              <a:buChar char="•"/>
              <a:defRPr sz="1400"/>
            </a:lvl1pPr>
            <a:lvl2pPr>
              <a:lnSpc>
                <a:spcPct val="130000"/>
              </a:lnSpc>
              <a:defRPr sz="1400"/>
            </a:lvl2pPr>
            <a:lvl3pPr>
              <a:lnSpc>
                <a:spcPct val="130000"/>
              </a:lnSpc>
              <a:defRPr sz="1400"/>
            </a:lvl3pPr>
            <a:lvl4pPr>
              <a:lnSpc>
                <a:spcPct val="130000"/>
              </a:lnSpc>
              <a:defRPr sz="1400"/>
            </a:lvl4pPr>
            <a:lvl5pPr>
              <a:lnSpc>
                <a:spcPct val="130000"/>
              </a:lnSpc>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Text Placeholder 2">
            <a:extLst>
              <a:ext uri="{FF2B5EF4-FFF2-40B4-BE49-F238E27FC236}">
                <a16:creationId xmlns:a16="http://schemas.microsoft.com/office/drawing/2014/main" id="{F198404C-DA35-D4AE-4168-4858B7A4E3BA}"/>
              </a:ext>
            </a:extLst>
          </p:cNvPr>
          <p:cNvSpPr>
            <a:spLocks noGrp="1"/>
          </p:cNvSpPr>
          <p:nvPr>
            <p:ph type="body" idx="17"/>
          </p:nvPr>
        </p:nvSpPr>
        <p:spPr>
          <a:xfrm>
            <a:off x="3027680" y="1623054"/>
            <a:ext cx="2286000" cy="2194560"/>
          </a:xfrm>
        </p:spPr>
        <p:txBody>
          <a:bodyPr anchor="t">
            <a:noAutofit/>
          </a:bodyPr>
          <a:lstStyle>
            <a:lvl1pPr marL="0" indent="0">
              <a:lnSpc>
                <a:spcPct val="100000"/>
              </a:lnSpc>
              <a:buNone/>
              <a:defRPr sz="1600" b="1">
                <a:latin typeface="+mj-lt"/>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dirty="0"/>
              <a:t>Click to edit Master text styles</a:t>
            </a:r>
          </a:p>
        </p:txBody>
      </p:sp>
      <p:sp>
        <p:nvSpPr>
          <p:cNvPr id="10" name="Text Placeholder 2">
            <a:extLst>
              <a:ext uri="{FF2B5EF4-FFF2-40B4-BE49-F238E27FC236}">
                <a16:creationId xmlns:a16="http://schemas.microsoft.com/office/drawing/2014/main" id="{434F115A-2480-B61F-B721-BE7E2C9911D9}"/>
              </a:ext>
            </a:extLst>
          </p:cNvPr>
          <p:cNvSpPr>
            <a:spLocks noGrp="1"/>
          </p:cNvSpPr>
          <p:nvPr>
            <p:ph type="body" idx="18"/>
          </p:nvPr>
        </p:nvSpPr>
        <p:spPr>
          <a:xfrm>
            <a:off x="3027680" y="3977640"/>
            <a:ext cx="2286000" cy="2194560"/>
          </a:xfrm>
        </p:spPr>
        <p:txBody>
          <a:bodyPr anchor="t">
            <a:noAutofit/>
          </a:bodyPr>
          <a:lstStyle>
            <a:lvl1pPr marL="0" indent="0">
              <a:lnSpc>
                <a:spcPct val="100000"/>
              </a:lnSpc>
              <a:buNone/>
              <a:defRPr sz="1600" b="1">
                <a:latin typeface="+mj-lt"/>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dirty="0"/>
              <a:t>Click to edit Master text styles</a:t>
            </a:r>
          </a:p>
        </p:txBody>
      </p:sp>
    </p:spTree>
    <p:extLst>
      <p:ext uri="{BB962C8B-B14F-4D97-AF65-F5344CB8AC3E}">
        <p14:creationId xmlns:p14="http://schemas.microsoft.com/office/powerpoint/2010/main" val="3370225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Metrics Roun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522F5E-F824-8CE0-394A-D99EC736B42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1D7DB94-9CF9-EF15-33B1-D5E3832961BD}"/>
              </a:ext>
            </a:extLst>
          </p:cNvPr>
          <p:cNvSpPr>
            <a:spLocks noGrp="1"/>
          </p:cNvSpPr>
          <p:nvPr>
            <p:ph type="dt" sz="half" idx="10"/>
          </p:nvPr>
        </p:nvSpPr>
        <p:spPr/>
        <p:txBody>
          <a:bodyPr/>
          <a:lstStyle/>
          <a:p>
            <a:fld id="{2E405B87-0B1C-464B-928F-AA5E9D282D70}" type="datetimeFigureOut">
              <a:rPr lang="en-US" smtClean="0"/>
              <a:t>11/17/2025</a:t>
            </a:fld>
            <a:endParaRPr lang="en-US"/>
          </a:p>
        </p:txBody>
      </p:sp>
      <p:sp>
        <p:nvSpPr>
          <p:cNvPr id="4" name="Footer Placeholder 3">
            <a:extLst>
              <a:ext uri="{FF2B5EF4-FFF2-40B4-BE49-F238E27FC236}">
                <a16:creationId xmlns:a16="http://schemas.microsoft.com/office/drawing/2014/main" id="{63F106F1-1FA8-3CD7-100B-3469646009B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9163F3F-B9A0-9C27-30EF-D9AE4FF720AB}"/>
              </a:ext>
            </a:extLst>
          </p:cNvPr>
          <p:cNvSpPr>
            <a:spLocks noGrp="1"/>
          </p:cNvSpPr>
          <p:nvPr>
            <p:ph type="sldNum" sz="quarter" idx="12"/>
          </p:nvPr>
        </p:nvSpPr>
        <p:spPr/>
        <p:txBody>
          <a:bodyPr/>
          <a:lstStyle/>
          <a:p>
            <a:fld id="{D9AD4B2D-25FF-0B46-98A4-87FBB723E472}" type="slidenum">
              <a:rPr lang="en-US" smtClean="0"/>
              <a:t>‹#›</a:t>
            </a:fld>
            <a:endParaRPr lang="en-US"/>
          </a:p>
        </p:txBody>
      </p:sp>
      <p:sp>
        <p:nvSpPr>
          <p:cNvPr id="6" name="Text Placeholder 9">
            <a:extLst>
              <a:ext uri="{FF2B5EF4-FFF2-40B4-BE49-F238E27FC236}">
                <a16:creationId xmlns:a16="http://schemas.microsoft.com/office/drawing/2014/main" id="{1799B2F3-09DF-7548-399F-E2E6278DFAD7}"/>
              </a:ext>
            </a:extLst>
          </p:cNvPr>
          <p:cNvSpPr>
            <a:spLocks noGrp="1"/>
          </p:cNvSpPr>
          <p:nvPr>
            <p:ph type="body" sz="quarter" idx="13" hasCustomPrompt="1"/>
          </p:nvPr>
        </p:nvSpPr>
        <p:spPr>
          <a:xfrm>
            <a:off x="609599" y="457200"/>
            <a:ext cx="2286000" cy="311610"/>
          </a:xfrm>
          <a:prstGeom prst="roundRect">
            <a:avLst>
              <a:gd name="adj" fmla="val 50000"/>
            </a:avLst>
          </a:prstGeom>
          <a:noFill/>
          <a:ln w="19050">
            <a:solidFill>
              <a:schemeClr val="tx2"/>
            </a:solidFill>
          </a:ln>
        </p:spPr>
        <p:txBody>
          <a:bodyPr wrap="none" lIns="91440" tIns="18288" bIns="18288" rtlCol="0" anchor="ctr">
            <a:spAutoFit/>
          </a:bodyPr>
          <a:lstStyle>
            <a:lvl1pPr marL="0" indent="0">
              <a:lnSpc>
                <a:spcPct val="100000"/>
              </a:lnSpc>
              <a:buNone/>
              <a:defRPr lang="en-US" sz="1200" b="1" i="0" dirty="0" smtClean="0">
                <a:solidFill>
                  <a:schemeClr val="tx2"/>
                </a:solidFill>
                <a:latin typeface="Arial" panose="020B0604020202020204" pitchFamily="34" charset="0"/>
                <a:cs typeface="Arial" panose="020B0604020202020204" pitchFamily="34" charset="0"/>
              </a:defRPr>
            </a:lvl1pPr>
          </a:lstStyle>
          <a:p>
            <a:pPr marL="0" lvl="0" defTabSz="457200"/>
            <a:r>
              <a:rPr lang="en-US" dirty="0"/>
              <a:t>Chapter Title</a:t>
            </a:r>
          </a:p>
        </p:txBody>
      </p:sp>
      <p:sp>
        <p:nvSpPr>
          <p:cNvPr id="7" name="Content Placeholder 2">
            <a:extLst>
              <a:ext uri="{FF2B5EF4-FFF2-40B4-BE49-F238E27FC236}">
                <a16:creationId xmlns:a16="http://schemas.microsoft.com/office/drawing/2014/main" id="{F7BA0203-AEF6-A4B1-3402-CBD9B1BF1C42}"/>
              </a:ext>
            </a:extLst>
          </p:cNvPr>
          <p:cNvSpPr>
            <a:spLocks noGrp="1"/>
          </p:cNvSpPr>
          <p:nvPr>
            <p:ph sz="half" idx="1"/>
          </p:nvPr>
        </p:nvSpPr>
        <p:spPr>
          <a:xfrm>
            <a:off x="609601" y="4356278"/>
            <a:ext cx="2642616" cy="1818170"/>
          </a:xfrm>
        </p:spPr>
        <p:txBody>
          <a:bodyPr>
            <a:normAutofit/>
          </a:bodyPr>
          <a:lstStyle>
            <a:lvl1pPr marL="11113" indent="0" algn="ctr">
              <a:buNone/>
              <a:defRPr sz="1400"/>
            </a:lvl1pPr>
            <a:lvl2pPr marL="342900" indent="0" algn="ctr">
              <a:buNone/>
              <a:defRPr sz="1400"/>
            </a:lvl2pPr>
            <a:lvl3pPr marL="800100" indent="0" algn="ctr">
              <a:buNone/>
              <a:defRPr sz="1400"/>
            </a:lvl3pPr>
            <a:lvl4pPr marL="1257300" indent="0" algn="ctr">
              <a:buNone/>
              <a:defRPr sz="1400"/>
            </a:lvl4pPr>
            <a:lvl5pPr marL="1716088" indent="0" algn="ctr">
              <a:buNone/>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Content Placeholder 3">
            <a:extLst>
              <a:ext uri="{FF2B5EF4-FFF2-40B4-BE49-F238E27FC236}">
                <a16:creationId xmlns:a16="http://schemas.microsoft.com/office/drawing/2014/main" id="{0F197727-60CF-A69D-8C83-C88B70466E6D}"/>
              </a:ext>
            </a:extLst>
          </p:cNvPr>
          <p:cNvSpPr>
            <a:spLocks noGrp="1"/>
          </p:cNvSpPr>
          <p:nvPr>
            <p:ph sz="half" idx="2"/>
          </p:nvPr>
        </p:nvSpPr>
        <p:spPr>
          <a:xfrm>
            <a:off x="3386329" y="4358640"/>
            <a:ext cx="2642616" cy="1818170"/>
          </a:xfrm>
        </p:spPr>
        <p:txBody>
          <a:bodyPr>
            <a:normAutofit/>
          </a:bodyPr>
          <a:lstStyle>
            <a:lvl1pPr marL="11113" indent="0" algn="ctr">
              <a:buNone/>
              <a:defRPr sz="1400"/>
            </a:lvl1pPr>
            <a:lvl2pPr marL="342900" indent="0" algn="ctr">
              <a:buNone/>
              <a:defRPr sz="1400"/>
            </a:lvl2pPr>
            <a:lvl3pPr marL="800100" indent="0" algn="ctr">
              <a:buNone/>
              <a:defRPr sz="1400"/>
            </a:lvl3pPr>
            <a:lvl4pPr marL="1257300" indent="0" algn="ctr">
              <a:buNone/>
              <a:defRPr sz="1400"/>
            </a:lvl4pPr>
            <a:lvl5pPr marL="1716088" indent="0" algn="ctr">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2">
            <a:extLst>
              <a:ext uri="{FF2B5EF4-FFF2-40B4-BE49-F238E27FC236}">
                <a16:creationId xmlns:a16="http://schemas.microsoft.com/office/drawing/2014/main" id="{D996B071-A844-21A6-2277-4396D9D59CC5}"/>
              </a:ext>
            </a:extLst>
          </p:cNvPr>
          <p:cNvSpPr>
            <a:spLocks noGrp="1"/>
          </p:cNvSpPr>
          <p:nvPr>
            <p:ph type="body" idx="14"/>
          </p:nvPr>
        </p:nvSpPr>
        <p:spPr>
          <a:xfrm>
            <a:off x="609601" y="1614656"/>
            <a:ext cx="2606040" cy="2606040"/>
          </a:xfrm>
          <a:prstGeom prst="ellipse">
            <a:avLst/>
          </a:prstGeom>
        </p:spPr>
        <p:txBody>
          <a:bodyPr anchor="ctr">
            <a:noAutofit/>
          </a:bodyPr>
          <a:lstStyle>
            <a:lvl1pPr marL="0" indent="0" algn="ctr">
              <a:lnSpc>
                <a:spcPct val="100000"/>
              </a:lnSpc>
              <a:buNone/>
              <a:defRPr sz="1800" b="1">
                <a:latin typeface="+mj-lt"/>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dirty="0"/>
              <a:t>Click to edit Master text styles</a:t>
            </a:r>
          </a:p>
        </p:txBody>
      </p:sp>
      <p:sp>
        <p:nvSpPr>
          <p:cNvPr id="10" name="Text Placeholder 2">
            <a:extLst>
              <a:ext uri="{FF2B5EF4-FFF2-40B4-BE49-F238E27FC236}">
                <a16:creationId xmlns:a16="http://schemas.microsoft.com/office/drawing/2014/main" id="{88817C09-5237-67BF-3513-99F6D37A7D98}"/>
              </a:ext>
            </a:extLst>
          </p:cNvPr>
          <p:cNvSpPr>
            <a:spLocks noGrp="1"/>
          </p:cNvSpPr>
          <p:nvPr>
            <p:ph type="body" idx="15"/>
          </p:nvPr>
        </p:nvSpPr>
        <p:spPr>
          <a:xfrm>
            <a:off x="3386329" y="1617018"/>
            <a:ext cx="2606040" cy="2606040"/>
          </a:xfrm>
          <a:prstGeom prst="ellipse">
            <a:avLst/>
          </a:prstGeom>
        </p:spPr>
        <p:txBody>
          <a:bodyPr anchor="ctr">
            <a:noAutofit/>
          </a:bodyPr>
          <a:lstStyle>
            <a:lvl1pPr marL="0" indent="0" algn="ctr">
              <a:lnSpc>
                <a:spcPct val="100000"/>
              </a:lnSpc>
              <a:buNone/>
              <a:defRPr sz="1800" b="1">
                <a:latin typeface="+mj-lt"/>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11" name="Content Placeholder 2">
            <a:extLst>
              <a:ext uri="{FF2B5EF4-FFF2-40B4-BE49-F238E27FC236}">
                <a16:creationId xmlns:a16="http://schemas.microsoft.com/office/drawing/2014/main" id="{1F21577E-F81E-FF37-AAF5-E073FB3D57CF}"/>
              </a:ext>
            </a:extLst>
          </p:cNvPr>
          <p:cNvSpPr>
            <a:spLocks noGrp="1"/>
          </p:cNvSpPr>
          <p:nvPr>
            <p:ph sz="half" idx="16"/>
          </p:nvPr>
        </p:nvSpPr>
        <p:spPr>
          <a:xfrm>
            <a:off x="6163057" y="4358640"/>
            <a:ext cx="2642616" cy="1818170"/>
          </a:xfrm>
        </p:spPr>
        <p:txBody>
          <a:bodyPr>
            <a:normAutofit/>
          </a:bodyPr>
          <a:lstStyle>
            <a:lvl1pPr marL="11113" indent="0" algn="ctr">
              <a:buNone/>
              <a:defRPr sz="1400"/>
            </a:lvl1pPr>
            <a:lvl2pPr marL="342900" indent="0" algn="ctr">
              <a:buNone/>
              <a:defRPr sz="1400"/>
            </a:lvl2pPr>
            <a:lvl3pPr marL="800100" indent="0" algn="ctr">
              <a:buNone/>
              <a:defRPr sz="1400"/>
            </a:lvl3pPr>
            <a:lvl4pPr marL="1257300" indent="0" algn="ctr">
              <a:buNone/>
              <a:defRPr sz="1400"/>
            </a:lvl4pPr>
            <a:lvl5pPr marL="1716088" indent="0" algn="ctr">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3">
            <a:extLst>
              <a:ext uri="{FF2B5EF4-FFF2-40B4-BE49-F238E27FC236}">
                <a16:creationId xmlns:a16="http://schemas.microsoft.com/office/drawing/2014/main" id="{735AD14D-6384-AD9A-A7C2-C0C18D5D5C3C}"/>
              </a:ext>
            </a:extLst>
          </p:cNvPr>
          <p:cNvSpPr>
            <a:spLocks noGrp="1"/>
          </p:cNvSpPr>
          <p:nvPr>
            <p:ph sz="half" idx="17"/>
          </p:nvPr>
        </p:nvSpPr>
        <p:spPr>
          <a:xfrm>
            <a:off x="8939784" y="4360742"/>
            <a:ext cx="2642616" cy="1818170"/>
          </a:xfrm>
        </p:spPr>
        <p:txBody>
          <a:bodyPr>
            <a:normAutofit/>
          </a:bodyPr>
          <a:lstStyle>
            <a:lvl1pPr marL="11113" indent="0" algn="ctr">
              <a:buNone/>
              <a:defRPr sz="1400"/>
            </a:lvl1pPr>
            <a:lvl2pPr marL="342900" indent="0" algn="ctr">
              <a:buNone/>
              <a:defRPr sz="1400"/>
            </a:lvl2pPr>
            <a:lvl3pPr marL="800100" indent="0" algn="ctr">
              <a:buNone/>
              <a:defRPr sz="1400"/>
            </a:lvl3pPr>
            <a:lvl4pPr marL="1257300" indent="0" algn="ctr">
              <a:buNone/>
              <a:defRPr sz="1400"/>
            </a:lvl4pPr>
            <a:lvl5pPr marL="1716088" indent="0" algn="ctr">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2">
            <a:extLst>
              <a:ext uri="{FF2B5EF4-FFF2-40B4-BE49-F238E27FC236}">
                <a16:creationId xmlns:a16="http://schemas.microsoft.com/office/drawing/2014/main" id="{4EB13D09-B0A5-68B4-29AC-4AC7A4FBBECE}"/>
              </a:ext>
            </a:extLst>
          </p:cNvPr>
          <p:cNvSpPr>
            <a:spLocks noGrp="1"/>
          </p:cNvSpPr>
          <p:nvPr>
            <p:ph type="body" idx="18"/>
          </p:nvPr>
        </p:nvSpPr>
        <p:spPr>
          <a:xfrm>
            <a:off x="6163057" y="1617018"/>
            <a:ext cx="2606040" cy="2606040"/>
          </a:xfrm>
          <a:prstGeom prst="ellipse">
            <a:avLst/>
          </a:prstGeom>
        </p:spPr>
        <p:txBody>
          <a:bodyPr anchor="ctr">
            <a:noAutofit/>
          </a:bodyPr>
          <a:lstStyle>
            <a:lvl1pPr marL="0" indent="0" algn="ctr">
              <a:lnSpc>
                <a:spcPct val="100000"/>
              </a:lnSpc>
              <a:buNone/>
              <a:defRPr sz="1800" b="1">
                <a:latin typeface="+mj-lt"/>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14" name="Text Placeholder 2">
            <a:extLst>
              <a:ext uri="{FF2B5EF4-FFF2-40B4-BE49-F238E27FC236}">
                <a16:creationId xmlns:a16="http://schemas.microsoft.com/office/drawing/2014/main" id="{8625C4D3-122F-1821-229C-F7ED77C681F2}"/>
              </a:ext>
            </a:extLst>
          </p:cNvPr>
          <p:cNvSpPr>
            <a:spLocks noGrp="1"/>
          </p:cNvSpPr>
          <p:nvPr>
            <p:ph type="body" idx="19"/>
          </p:nvPr>
        </p:nvSpPr>
        <p:spPr>
          <a:xfrm>
            <a:off x="8976360" y="1614656"/>
            <a:ext cx="2606040" cy="2606040"/>
          </a:xfrm>
          <a:prstGeom prst="ellipse">
            <a:avLst/>
          </a:prstGeom>
        </p:spPr>
        <p:txBody>
          <a:bodyPr anchor="ctr">
            <a:noAutofit/>
          </a:bodyPr>
          <a:lstStyle>
            <a:lvl1pPr marL="0" indent="0" algn="ctr">
              <a:lnSpc>
                <a:spcPct val="100000"/>
              </a:lnSpc>
              <a:buNone/>
              <a:defRPr sz="1800" b="1">
                <a:latin typeface="+mj-lt"/>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Tree>
    <p:extLst>
      <p:ext uri="{BB962C8B-B14F-4D97-AF65-F5344CB8AC3E}">
        <p14:creationId xmlns:p14="http://schemas.microsoft.com/office/powerpoint/2010/main" val="14984097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1B27E5-FE9B-D46D-FDFF-0847C04BE95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C6074A2-E5BA-E87A-95A9-FABEAB6E4666}"/>
              </a:ext>
            </a:extLst>
          </p:cNvPr>
          <p:cNvSpPr>
            <a:spLocks noGrp="1"/>
          </p:cNvSpPr>
          <p:nvPr>
            <p:ph type="dt" sz="half" idx="10"/>
          </p:nvPr>
        </p:nvSpPr>
        <p:spPr/>
        <p:txBody>
          <a:bodyPr/>
          <a:lstStyle/>
          <a:p>
            <a:fld id="{2E405B87-0B1C-464B-928F-AA5E9D282D70}" type="datetimeFigureOut">
              <a:rPr lang="en-US" smtClean="0"/>
              <a:t>11/17/2025</a:t>
            </a:fld>
            <a:endParaRPr lang="en-US"/>
          </a:p>
        </p:txBody>
      </p:sp>
      <p:sp>
        <p:nvSpPr>
          <p:cNvPr id="4" name="Footer Placeholder 3">
            <a:extLst>
              <a:ext uri="{FF2B5EF4-FFF2-40B4-BE49-F238E27FC236}">
                <a16:creationId xmlns:a16="http://schemas.microsoft.com/office/drawing/2014/main" id="{E9E7CCC1-1637-28D8-2E35-1EA7DDB2E6A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4BA7E0A-9924-3D17-BA7C-D7F81DE91CB7}"/>
              </a:ext>
            </a:extLst>
          </p:cNvPr>
          <p:cNvSpPr>
            <a:spLocks noGrp="1"/>
          </p:cNvSpPr>
          <p:nvPr>
            <p:ph type="sldNum" sz="quarter" idx="12"/>
          </p:nvPr>
        </p:nvSpPr>
        <p:spPr/>
        <p:txBody>
          <a:bodyPr/>
          <a:lstStyle/>
          <a:p>
            <a:fld id="{D9AD4B2D-25FF-0B46-98A4-87FBB723E472}" type="slidenum">
              <a:rPr lang="en-US" smtClean="0"/>
              <a:t>‹#›</a:t>
            </a:fld>
            <a:endParaRPr lang="en-US"/>
          </a:p>
        </p:txBody>
      </p:sp>
      <p:sp>
        <p:nvSpPr>
          <p:cNvPr id="6" name="Content Placeholder 2">
            <a:extLst>
              <a:ext uri="{FF2B5EF4-FFF2-40B4-BE49-F238E27FC236}">
                <a16:creationId xmlns:a16="http://schemas.microsoft.com/office/drawing/2014/main" id="{71FF7036-3EFB-9882-8555-F903C8F9EF2D}"/>
              </a:ext>
            </a:extLst>
          </p:cNvPr>
          <p:cNvSpPr>
            <a:spLocks noGrp="1"/>
          </p:cNvSpPr>
          <p:nvPr>
            <p:ph sz="half" idx="1"/>
          </p:nvPr>
        </p:nvSpPr>
        <p:spPr>
          <a:xfrm>
            <a:off x="609599" y="2461278"/>
            <a:ext cx="3566160" cy="3702041"/>
          </a:xfrm>
        </p:spPr>
        <p:txBody>
          <a:bodyPr>
            <a:normAutofit/>
          </a:bodyPr>
          <a:lstStyle>
            <a:lvl1pPr>
              <a:lnSpc>
                <a:spcPct val="150000"/>
              </a:lnSpc>
              <a:defRPr sz="1400"/>
            </a:lvl1pPr>
            <a:lvl2pPr>
              <a:lnSpc>
                <a:spcPct val="150000"/>
              </a:lnSpc>
              <a:defRPr sz="1400"/>
            </a:lvl2pPr>
            <a:lvl3pPr>
              <a:lnSpc>
                <a:spcPct val="150000"/>
              </a:lnSpc>
              <a:defRPr sz="1400"/>
            </a:lvl3pPr>
            <a:lvl4pPr>
              <a:lnSpc>
                <a:spcPct val="150000"/>
              </a:lnSpc>
              <a:defRPr sz="1400"/>
            </a:lvl4pPr>
            <a:lvl5pPr>
              <a:lnSpc>
                <a:spcPct val="150000"/>
              </a:lnSpc>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3">
            <a:extLst>
              <a:ext uri="{FF2B5EF4-FFF2-40B4-BE49-F238E27FC236}">
                <a16:creationId xmlns:a16="http://schemas.microsoft.com/office/drawing/2014/main" id="{AEE26AF5-7E94-A1A2-3CB0-DF8CC59677D8}"/>
              </a:ext>
            </a:extLst>
          </p:cNvPr>
          <p:cNvSpPr>
            <a:spLocks noGrp="1"/>
          </p:cNvSpPr>
          <p:nvPr>
            <p:ph sz="half" idx="2"/>
          </p:nvPr>
        </p:nvSpPr>
        <p:spPr>
          <a:xfrm>
            <a:off x="4312920" y="2461278"/>
            <a:ext cx="3566160" cy="3702041"/>
          </a:xfrm>
        </p:spPr>
        <p:txBody>
          <a:bodyPr>
            <a:normAutofit/>
          </a:bodyPr>
          <a:lstStyle>
            <a:lvl1pPr>
              <a:lnSpc>
                <a:spcPct val="150000"/>
              </a:lnSpc>
              <a:defRPr sz="1400"/>
            </a:lvl1pPr>
            <a:lvl2pPr>
              <a:lnSpc>
                <a:spcPct val="150000"/>
              </a:lnSpc>
              <a:defRPr sz="1400"/>
            </a:lvl2pPr>
            <a:lvl3pPr>
              <a:lnSpc>
                <a:spcPct val="150000"/>
              </a:lnSpc>
              <a:defRPr sz="1400"/>
            </a:lvl3pPr>
            <a:lvl4pPr>
              <a:lnSpc>
                <a:spcPct val="150000"/>
              </a:lnSpc>
              <a:defRPr sz="1400"/>
            </a:lvl4pPr>
            <a:lvl5pPr>
              <a:lnSpc>
                <a:spcPct val="150000"/>
              </a:lnSpc>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Content Placeholder 3">
            <a:extLst>
              <a:ext uri="{FF2B5EF4-FFF2-40B4-BE49-F238E27FC236}">
                <a16:creationId xmlns:a16="http://schemas.microsoft.com/office/drawing/2014/main" id="{8A797143-FFD0-0A2A-335C-D4970DAC3DE2}"/>
              </a:ext>
            </a:extLst>
          </p:cNvPr>
          <p:cNvSpPr>
            <a:spLocks noGrp="1"/>
          </p:cNvSpPr>
          <p:nvPr>
            <p:ph sz="half" idx="13"/>
          </p:nvPr>
        </p:nvSpPr>
        <p:spPr>
          <a:xfrm>
            <a:off x="8016240" y="2461278"/>
            <a:ext cx="3566160" cy="3702041"/>
          </a:xfrm>
        </p:spPr>
        <p:txBody>
          <a:bodyPr>
            <a:normAutofit/>
          </a:bodyPr>
          <a:lstStyle>
            <a:lvl1pPr>
              <a:lnSpc>
                <a:spcPct val="150000"/>
              </a:lnSpc>
              <a:defRPr sz="1400"/>
            </a:lvl1pPr>
            <a:lvl2pPr>
              <a:lnSpc>
                <a:spcPct val="150000"/>
              </a:lnSpc>
              <a:defRPr sz="1400"/>
            </a:lvl2pPr>
            <a:lvl3pPr>
              <a:lnSpc>
                <a:spcPct val="150000"/>
              </a:lnSpc>
              <a:defRPr sz="1400"/>
            </a:lvl3pPr>
            <a:lvl4pPr>
              <a:lnSpc>
                <a:spcPct val="150000"/>
              </a:lnSpc>
              <a:defRPr sz="1400"/>
            </a:lvl4pPr>
            <a:lvl5pPr>
              <a:lnSpc>
                <a:spcPct val="150000"/>
              </a:lnSpc>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Text Placeholder 2">
            <a:extLst>
              <a:ext uri="{FF2B5EF4-FFF2-40B4-BE49-F238E27FC236}">
                <a16:creationId xmlns:a16="http://schemas.microsoft.com/office/drawing/2014/main" id="{339E719F-01A4-154A-3913-459566CF491A}"/>
              </a:ext>
            </a:extLst>
          </p:cNvPr>
          <p:cNvSpPr>
            <a:spLocks noGrp="1"/>
          </p:cNvSpPr>
          <p:nvPr>
            <p:ph type="body" idx="14"/>
          </p:nvPr>
        </p:nvSpPr>
        <p:spPr>
          <a:xfrm>
            <a:off x="609600" y="1600200"/>
            <a:ext cx="3566159" cy="734622"/>
          </a:xfrm>
        </p:spPr>
        <p:txBody>
          <a:bodyPr anchor="t">
            <a:noAutofit/>
          </a:bodyPr>
          <a:lstStyle>
            <a:lvl1pPr marL="0" indent="0">
              <a:lnSpc>
                <a:spcPct val="75000"/>
              </a:lnSpc>
              <a:buNone/>
              <a:defRPr sz="1800" b="1">
                <a:latin typeface="+mj-lt"/>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dirty="0"/>
              <a:t>Click to edit Master text styles</a:t>
            </a:r>
          </a:p>
        </p:txBody>
      </p:sp>
      <p:sp>
        <p:nvSpPr>
          <p:cNvPr id="10" name="Text Placeholder 2">
            <a:extLst>
              <a:ext uri="{FF2B5EF4-FFF2-40B4-BE49-F238E27FC236}">
                <a16:creationId xmlns:a16="http://schemas.microsoft.com/office/drawing/2014/main" id="{9314C1BC-1909-AA00-09C8-11573FB09532}"/>
              </a:ext>
            </a:extLst>
          </p:cNvPr>
          <p:cNvSpPr>
            <a:spLocks noGrp="1"/>
          </p:cNvSpPr>
          <p:nvPr>
            <p:ph type="body" idx="15"/>
          </p:nvPr>
        </p:nvSpPr>
        <p:spPr>
          <a:xfrm>
            <a:off x="4312921" y="1600200"/>
            <a:ext cx="3566159" cy="734622"/>
          </a:xfrm>
        </p:spPr>
        <p:txBody>
          <a:bodyPr anchor="t">
            <a:noAutofit/>
          </a:bodyPr>
          <a:lstStyle>
            <a:lvl1pPr marL="0" indent="0">
              <a:lnSpc>
                <a:spcPct val="75000"/>
              </a:lnSpc>
              <a:buNone/>
              <a:defRPr sz="1800" b="1">
                <a:latin typeface="+mj-lt"/>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dirty="0"/>
              <a:t>Click to edit Master text styles</a:t>
            </a:r>
          </a:p>
        </p:txBody>
      </p:sp>
      <p:sp>
        <p:nvSpPr>
          <p:cNvPr id="11" name="Text Placeholder 2">
            <a:extLst>
              <a:ext uri="{FF2B5EF4-FFF2-40B4-BE49-F238E27FC236}">
                <a16:creationId xmlns:a16="http://schemas.microsoft.com/office/drawing/2014/main" id="{40A1147F-00E1-84AF-6D78-C2DA70F6B02D}"/>
              </a:ext>
            </a:extLst>
          </p:cNvPr>
          <p:cNvSpPr>
            <a:spLocks noGrp="1"/>
          </p:cNvSpPr>
          <p:nvPr>
            <p:ph type="body" idx="16"/>
          </p:nvPr>
        </p:nvSpPr>
        <p:spPr>
          <a:xfrm>
            <a:off x="8016242" y="1600200"/>
            <a:ext cx="3566159" cy="734622"/>
          </a:xfrm>
        </p:spPr>
        <p:txBody>
          <a:bodyPr anchor="t">
            <a:noAutofit/>
          </a:bodyPr>
          <a:lstStyle>
            <a:lvl1pPr marL="0" indent="0">
              <a:lnSpc>
                <a:spcPct val="75000"/>
              </a:lnSpc>
              <a:buNone/>
              <a:defRPr sz="1800" b="1">
                <a:latin typeface="+mj-lt"/>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dirty="0"/>
              <a:t>Click to edit Master text styles</a:t>
            </a:r>
          </a:p>
        </p:txBody>
      </p:sp>
      <p:sp>
        <p:nvSpPr>
          <p:cNvPr id="12" name="Text Placeholder 9">
            <a:extLst>
              <a:ext uri="{FF2B5EF4-FFF2-40B4-BE49-F238E27FC236}">
                <a16:creationId xmlns:a16="http://schemas.microsoft.com/office/drawing/2014/main" id="{FD5B7615-2B55-7B97-D463-B61F3E2E6726}"/>
              </a:ext>
            </a:extLst>
          </p:cNvPr>
          <p:cNvSpPr>
            <a:spLocks noGrp="1"/>
          </p:cNvSpPr>
          <p:nvPr>
            <p:ph type="body" sz="quarter" idx="17" hasCustomPrompt="1"/>
          </p:nvPr>
        </p:nvSpPr>
        <p:spPr>
          <a:xfrm>
            <a:off x="609599" y="457200"/>
            <a:ext cx="2286000" cy="311610"/>
          </a:xfrm>
          <a:prstGeom prst="roundRect">
            <a:avLst>
              <a:gd name="adj" fmla="val 50000"/>
            </a:avLst>
          </a:prstGeom>
          <a:noFill/>
          <a:ln w="19050">
            <a:solidFill>
              <a:schemeClr val="tx2"/>
            </a:solidFill>
          </a:ln>
        </p:spPr>
        <p:txBody>
          <a:bodyPr wrap="none" lIns="91440" tIns="18288" bIns="18288" rtlCol="0" anchor="ctr">
            <a:spAutoFit/>
          </a:bodyPr>
          <a:lstStyle>
            <a:lvl1pPr marL="0" indent="0">
              <a:lnSpc>
                <a:spcPct val="100000"/>
              </a:lnSpc>
              <a:buNone/>
              <a:defRPr lang="en-US" sz="1200" b="1" i="0" dirty="0" smtClean="0">
                <a:solidFill>
                  <a:schemeClr val="tx2"/>
                </a:solidFill>
                <a:latin typeface="Arial" panose="020B0604020202020204" pitchFamily="34" charset="0"/>
                <a:cs typeface="Arial" panose="020B0604020202020204" pitchFamily="34" charset="0"/>
              </a:defRPr>
            </a:lvl1pPr>
          </a:lstStyle>
          <a:p>
            <a:pPr marL="0" lvl="0" defTabSz="457200"/>
            <a:r>
              <a:rPr lang="en-US" dirty="0"/>
              <a:t>Chapter Title</a:t>
            </a:r>
          </a:p>
        </p:txBody>
      </p:sp>
    </p:spTree>
    <p:extLst>
      <p:ext uri="{BB962C8B-B14F-4D97-AF65-F5344CB8AC3E}">
        <p14:creationId xmlns:p14="http://schemas.microsoft.com/office/powerpoint/2010/main" val="25141992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B1657C-D351-B6D0-AAB9-16C9490E4838}"/>
              </a:ext>
            </a:extLst>
          </p:cNvPr>
          <p:cNvSpPr>
            <a:spLocks noGrp="1"/>
          </p:cNvSpPr>
          <p:nvPr>
            <p:ph type="title"/>
          </p:nvPr>
        </p:nvSpPr>
        <p:spPr/>
        <p:txBody>
          <a:bodyPr/>
          <a:lstStyle/>
          <a:p>
            <a:r>
              <a:rPr lang="en-US" dirty="0"/>
              <a:t>Click to edit Master title style</a:t>
            </a:r>
          </a:p>
        </p:txBody>
      </p:sp>
      <p:sp>
        <p:nvSpPr>
          <p:cNvPr id="3" name="Date Placeholder 2">
            <a:extLst>
              <a:ext uri="{FF2B5EF4-FFF2-40B4-BE49-F238E27FC236}">
                <a16:creationId xmlns:a16="http://schemas.microsoft.com/office/drawing/2014/main" id="{614F6409-8218-F59A-3647-FC8FE0DB7D57}"/>
              </a:ext>
            </a:extLst>
          </p:cNvPr>
          <p:cNvSpPr>
            <a:spLocks noGrp="1"/>
          </p:cNvSpPr>
          <p:nvPr>
            <p:ph type="dt" sz="half" idx="10"/>
          </p:nvPr>
        </p:nvSpPr>
        <p:spPr/>
        <p:txBody>
          <a:bodyPr/>
          <a:lstStyle/>
          <a:p>
            <a:fld id="{2E405B87-0B1C-464B-928F-AA5E9D282D70}" type="datetimeFigureOut">
              <a:rPr lang="en-US" smtClean="0"/>
              <a:t>11/17/2025</a:t>
            </a:fld>
            <a:endParaRPr lang="en-US"/>
          </a:p>
        </p:txBody>
      </p:sp>
      <p:sp>
        <p:nvSpPr>
          <p:cNvPr id="4" name="Footer Placeholder 3">
            <a:extLst>
              <a:ext uri="{FF2B5EF4-FFF2-40B4-BE49-F238E27FC236}">
                <a16:creationId xmlns:a16="http://schemas.microsoft.com/office/drawing/2014/main" id="{A86F1A59-9210-6888-0C26-42AAFB038AF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4A161BF-6C3E-3043-4DAD-47359AC6DF41}"/>
              </a:ext>
            </a:extLst>
          </p:cNvPr>
          <p:cNvSpPr>
            <a:spLocks noGrp="1"/>
          </p:cNvSpPr>
          <p:nvPr>
            <p:ph type="sldNum" sz="quarter" idx="12"/>
          </p:nvPr>
        </p:nvSpPr>
        <p:spPr/>
        <p:txBody>
          <a:bodyPr/>
          <a:lstStyle/>
          <a:p>
            <a:fld id="{D9AD4B2D-25FF-0B46-98A4-87FBB723E472}" type="slidenum">
              <a:rPr lang="en-US" smtClean="0"/>
              <a:t>‹#›</a:t>
            </a:fld>
            <a:endParaRPr lang="en-US"/>
          </a:p>
        </p:txBody>
      </p:sp>
      <p:sp>
        <p:nvSpPr>
          <p:cNvPr id="7" name="Content Placeholder 6">
            <a:extLst>
              <a:ext uri="{FF2B5EF4-FFF2-40B4-BE49-F238E27FC236}">
                <a16:creationId xmlns:a16="http://schemas.microsoft.com/office/drawing/2014/main" id="{97A27B55-6E26-1D7C-ACA0-8371E922EA09}"/>
              </a:ext>
            </a:extLst>
          </p:cNvPr>
          <p:cNvSpPr>
            <a:spLocks noGrp="1"/>
          </p:cNvSpPr>
          <p:nvPr>
            <p:ph sz="quarter" idx="13"/>
          </p:nvPr>
        </p:nvSpPr>
        <p:spPr>
          <a:xfrm>
            <a:off x="4267200" y="1600200"/>
            <a:ext cx="7315200"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 Placeholder 9">
            <a:extLst>
              <a:ext uri="{FF2B5EF4-FFF2-40B4-BE49-F238E27FC236}">
                <a16:creationId xmlns:a16="http://schemas.microsoft.com/office/drawing/2014/main" id="{0CA09195-685B-E921-8792-97A15241C65E}"/>
              </a:ext>
            </a:extLst>
          </p:cNvPr>
          <p:cNvSpPr>
            <a:spLocks noGrp="1"/>
          </p:cNvSpPr>
          <p:nvPr>
            <p:ph type="body" sz="quarter" idx="14" hasCustomPrompt="1"/>
          </p:nvPr>
        </p:nvSpPr>
        <p:spPr>
          <a:xfrm>
            <a:off x="609599" y="457200"/>
            <a:ext cx="2286000" cy="311610"/>
          </a:xfrm>
          <a:prstGeom prst="roundRect">
            <a:avLst>
              <a:gd name="adj" fmla="val 50000"/>
            </a:avLst>
          </a:prstGeom>
          <a:noFill/>
          <a:ln w="19050">
            <a:solidFill>
              <a:schemeClr val="tx2"/>
            </a:solidFill>
          </a:ln>
        </p:spPr>
        <p:txBody>
          <a:bodyPr wrap="none" lIns="91440" tIns="18288" bIns="18288" rtlCol="0" anchor="ctr">
            <a:spAutoFit/>
          </a:bodyPr>
          <a:lstStyle>
            <a:lvl1pPr marL="0" indent="0">
              <a:lnSpc>
                <a:spcPct val="100000"/>
              </a:lnSpc>
              <a:buNone/>
              <a:defRPr lang="en-US" sz="1200" b="1" i="0" dirty="0" smtClean="0">
                <a:solidFill>
                  <a:schemeClr val="tx2"/>
                </a:solidFill>
                <a:latin typeface="Arial" panose="020B0604020202020204" pitchFamily="34" charset="0"/>
                <a:cs typeface="Arial" panose="020B0604020202020204" pitchFamily="34" charset="0"/>
              </a:defRPr>
            </a:lvl1pPr>
          </a:lstStyle>
          <a:p>
            <a:pPr marL="0" lvl="0" defTabSz="457200"/>
            <a:r>
              <a:rPr lang="en-US" dirty="0"/>
              <a:t>Chapter Title</a:t>
            </a:r>
          </a:p>
        </p:txBody>
      </p:sp>
    </p:spTree>
    <p:extLst>
      <p:ext uri="{BB962C8B-B14F-4D97-AF65-F5344CB8AC3E}">
        <p14:creationId xmlns:p14="http://schemas.microsoft.com/office/powerpoint/2010/main" val="327728662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B1657C-D351-B6D0-AAB9-16C9490E4838}"/>
              </a:ext>
            </a:extLst>
          </p:cNvPr>
          <p:cNvSpPr>
            <a:spLocks noGrp="1"/>
          </p:cNvSpPr>
          <p:nvPr>
            <p:ph type="title"/>
          </p:nvPr>
        </p:nvSpPr>
        <p:spPr/>
        <p:txBody>
          <a:bodyPr/>
          <a:lstStyle/>
          <a:p>
            <a:r>
              <a:rPr lang="en-US" dirty="0"/>
              <a:t>Click to edit Master title style</a:t>
            </a:r>
          </a:p>
        </p:txBody>
      </p:sp>
      <p:sp>
        <p:nvSpPr>
          <p:cNvPr id="3" name="Date Placeholder 2">
            <a:extLst>
              <a:ext uri="{FF2B5EF4-FFF2-40B4-BE49-F238E27FC236}">
                <a16:creationId xmlns:a16="http://schemas.microsoft.com/office/drawing/2014/main" id="{614F6409-8218-F59A-3647-FC8FE0DB7D57}"/>
              </a:ext>
            </a:extLst>
          </p:cNvPr>
          <p:cNvSpPr>
            <a:spLocks noGrp="1"/>
          </p:cNvSpPr>
          <p:nvPr>
            <p:ph type="dt" sz="half" idx="10"/>
          </p:nvPr>
        </p:nvSpPr>
        <p:spPr/>
        <p:txBody>
          <a:bodyPr/>
          <a:lstStyle/>
          <a:p>
            <a:fld id="{2E405B87-0B1C-464B-928F-AA5E9D282D70}" type="datetimeFigureOut">
              <a:rPr lang="en-US" smtClean="0"/>
              <a:t>11/17/2025</a:t>
            </a:fld>
            <a:endParaRPr lang="en-US"/>
          </a:p>
        </p:txBody>
      </p:sp>
      <p:sp>
        <p:nvSpPr>
          <p:cNvPr id="4" name="Footer Placeholder 3">
            <a:extLst>
              <a:ext uri="{FF2B5EF4-FFF2-40B4-BE49-F238E27FC236}">
                <a16:creationId xmlns:a16="http://schemas.microsoft.com/office/drawing/2014/main" id="{A86F1A59-9210-6888-0C26-42AAFB038AF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4A161BF-6C3E-3043-4DAD-47359AC6DF41}"/>
              </a:ext>
            </a:extLst>
          </p:cNvPr>
          <p:cNvSpPr>
            <a:spLocks noGrp="1"/>
          </p:cNvSpPr>
          <p:nvPr>
            <p:ph type="sldNum" sz="quarter" idx="12"/>
          </p:nvPr>
        </p:nvSpPr>
        <p:spPr/>
        <p:txBody>
          <a:bodyPr/>
          <a:lstStyle/>
          <a:p>
            <a:fld id="{D9AD4B2D-25FF-0B46-98A4-87FBB723E472}" type="slidenum">
              <a:rPr lang="en-US" smtClean="0"/>
              <a:t>‹#›</a:t>
            </a:fld>
            <a:endParaRPr lang="en-US"/>
          </a:p>
        </p:txBody>
      </p:sp>
      <p:sp>
        <p:nvSpPr>
          <p:cNvPr id="7" name="Content Placeholder 6">
            <a:extLst>
              <a:ext uri="{FF2B5EF4-FFF2-40B4-BE49-F238E27FC236}">
                <a16:creationId xmlns:a16="http://schemas.microsoft.com/office/drawing/2014/main" id="{97A27B55-6E26-1D7C-ACA0-8371E922EA09}"/>
              </a:ext>
            </a:extLst>
          </p:cNvPr>
          <p:cNvSpPr>
            <a:spLocks noGrp="1"/>
          </p:cNvSpPr>
          <p:nvPr>
            <p:ph sz="quarter" idx="13"/>
          </p:nvPr>
        </p:nvSpPr>
        <p:spPr>
          <a:xfrm>
            <a:off x="4267200" y="1600200"/>
            <a:ext cx="7315200"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 Placeholder 9">
            <a:extLst>
              <a:ext uri="{FF2B5EF4-FFF2-40B4-BE49-F238E27FC236}">
                <a16:creationId xmlns:a16="http://schemas.microsoft.com/office/drawing/2014/main" id="{0CA09195-685B-E921-8792-97A15241C65E}"/>
              </a:ext>
            </a:extLst>
          </p:cNvPr>
          <p:cNvSpPr>
            <a:spLocks noGrp="1"/>
          </p:cNvSpPr>
          <p:nvPr>
            <p:ph type="body" sz="quarter" idx="14" hasCustomPrompt="1"/>
          </p:nvPr>
        </p:nvSpPr>
        <p:spPr>
          <a:xfrm>
            <a:off x="609599" y="457200"/>
            <a:ext cx="2286000" cy="311610"/>
          </a:xfrm>
          <a:prstGeom prst="roundRect">
            <a:avLst>
              <a:gd name="adj" fmla="val 50000"/>
            </a:avLst>
          </a:prstGeom>
          <a:noFill/>
          <a:ln w="19050">
            <a:solidFill>
              <a:schemeClr val="tx2"/>
            </a:solidFill>
          </a:ln>
        </p:spPr>
        <p:txBody>
          <a:bodyPr wrap="none" lIns="91440" tIns="18288" bIns="18288" rtlCol="0" anchor="ctr">
            <a:spAutoFit/>
          </a:bodyPr>
          <a:lstStyle>
            <a:lvl1pPr marL="0" indent="0">
              <a:lnSpc>
                <a:spcPct val="100000"/>
              </a:lnSpc>
              <a:buNone/>
              <a:defRPr lang="en-US" sz="1200" b="1" i="0" dirty="0" smtClean="0">
                <a:solidFill>
                  <a:schemeClr val="tx2"/>
                </a:solidFill>
                <a:latin typeface="Arial" panose="020B0604020202020204" pitchFamily="34" charset="0"/>
                <a:cs typeface="Arial" panose="020B0604020202020204" pitchFamily="34" charset="0"/>
              </a:defRPr>
            </a:lvl1pPr>
          </a:lstStyle>
          <a:p>
            <a:pPr marL="0" lvl="0" defTabSz="457200"/>
            <a:r>
              <a:rPr lang="en-US" dirty="0"/>
              <a:t>Chapter Title</a:t>
            </a:r>
          </a:p>
        </p:txBody>
      </p:sp>
    </p:spTree>
    <p:extLst>
      <p:ext uri="{BB962C8B-B14F-4D97-AF65-F5344CB8AC3E}">
        <p14:creationId xmlns:p14="http://schemas.microsoft.com/office/powerpoint/2010/main" val="327728662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emf"/><Relationship Id="rId5" Type="http://schemas.openxmlformats.org/officeDocument/2006/relationships/oleObject" Target="../embeddings/oleObject1.bin"/><Relationship Id="rId4" Type="http://schemas.openxmlformats.org/officeDocument/2006/relationships/tags" Target="../tags/tag2.xml"/></Relationships>
</file>

<file path=ppt/slideMasters/_rels/slideMaster2.xml.rels><?xml version="1.0" encoding="UTF-8" standalone="yes"?>
<Relationships xmlns="http://schemas.openxmlformats.org/package/2006/relationships"><Relationship Id="rId3" Type="http://schemas.openxmlformats.org/officeDocument/2006/relationships/tags" Target="../tags/tag3.xml"/><Relationship Id="rId2" Type="http://schemas.openxmlformats.org/officeDocument/2006/relationships/theme" Target="../theme/theme2.xml"/><Relationship Id="rId1" Type="http://schemas.openxmlformats.org/officeDocument/2006/relationships/slideLayout" Target="../slideLayouts/slideLayout3.xml"/><Relationship Id="rId5" Type="http://schemas.openxmlformats.org/officeDocument/2006/relationships/image" Target="../media/image1.emf"/><Relationship Id="rId4" Type="http://schemas.openxmlformats.org/officeDocument/2006/relationships/oleObject" Target="../embeddings/oleObject1.bin"/></Relationships>
</file>

<file path=ppt/slideMasters/_rels/slideMaster3.xml.rels><?xml version="1.0" encoding="UTF-8" standalone="yes"?>
<Relationships xmlns="http://schemas.openxmlformats.org/package/2006/relationships"><Relationship Id="rId3" Type="http://schemas.openxmlformats.org/officeDocument/2006/relationships/tags" Target="../tags/tag4.xml"/><Relationship Id="rId2" Type="http://schemas.openxmlformats.org/officeDocument/2006/relationships/theme" Target="../theme/theme3.xml"/><Relationship Id="rId1" Type="http://schemas.openxmlformats.org/officeDocument/2006/relationships/slideLayout" Target="../slideLayouts/slideLayout4.xml"/><Relationship Id="rId5" Type="http://schemas.openxmlformats.org/officeDocument/2006/relationships/image" Target="../media/image1.emf"/><Relationship Id="rId4" Type="http://schemas.openxmlformats.org/officeDocument/2006/relationships/oleObject" Target="../embeddings/oleObject1.bin"/></Relationships>
</file>

<file path=ppt/slideMasters/_rels/slideMaster4.xml.rels><?xml version="1.0" encoding="UTF-8" standalone="yes"?>
<Relationships xmlns="http://schemas.openxmlformats.org/package/2006/relationships"><Relationship Id="rId3" Type="http://schemas.openxmlformats.org/officeDocument/2006/relationships/tags" Target="../tags/tag5.xml"/><Relationship Id="rId2" Type="http://schemas.openxmlformats.org/officeDocument/2006/relationships/theme" Target="../theme/theme4.xml"/><Relationship Id="rId1" Type="http://schemas.openxmlformats.org/officeDocument/2006/relationships/slideLayout" Target="../slideLayouts/slideLayout5.xml"/><Relationship Id="rId5" Type="http://schemas.openxmlformats.org/officeDocument/2006/relationships/image" Target="../media/image1.emf"/><Relationship Id="rId4" Type="http://schemas.openxmlformats.org/officeDocument/2006/relationships/oleObject" Target="../embeddings/oleObject1.bin"/></Relationships>
</file>

<file path=ppt/slideMasters/_rels/slideMaster5.xml.rels><?xml version="1.0" encoding="UTF-8" standalone="yes"?>
<Relationships xmlns="http://schemas.openxmlformats.org/package/2006/relationships"><Relationship Id="rId3" Type="http://schemas.openxmlformats.org/officeDocument/2006/relationships/tags" Target="../tags/tag6.xml"/><Relationship Id="rId2" Type="http://schemas.openxmlformats.org/officeDocument/2006/relationships/theme" Target="../theme/theme5.xml"/><Relationship Id="rId1" Type="http://schemas.openxmlformats.org/officeDocument/2006/relationships/slideLayout" Target="../slideLayouts/slideLayout6.xml"/><Relationship Id="rId5" Type="http://schemas.openxmlformats.org/officeDocument/2006/relationships/image" Target="../media/image1.emf"/><Relationship Id="rId4" Type="http://schemas.openxmlformats.org/officeDocument/2006/relationships/oleObject" Target="../embeddings/oleObject1.bin"/></Relationships>
</file>

<file path=ppt/slideMasters/_rels/slideMaster6.xml.rels><?xml version="1.0" encoding="UTF-8" standalone="yes"?>
<Relationships xmlns="http://schemas.openxmlformats.org/package/2006/relationships"><Relationship Id="rId3" Type="http://schemas.openxmlformats.org/officeDocument/2006/relationships/tags" Target="../tags/tag7.xml"/><Relationship Id="rId2" Type="http://schemas.openxmlformats.org/officeDocument/2006/relationships/theme" Target="../theme/theme6.xml"/><Relationship Id="rId1" Type="http://schemas.openxmlformats.org/officeDocument/2006/relationships/slideLayout" Target="../slideLayouts/slideLayout7.xml"/><Relationship Id="rId5" Type="http://schemas.openxmlformats.org/officeDocument/2006/relationships/image" Target="../media/image1.emf"/><Relationship Id="rId4" Type="http://schemas.openxmlformats.org/officeDocument/2006/relationships/oleObject" Target="../embeddings/oleObject1.bin"/></Relationships>
</file>

<file path=ppt/slideMasters/_rels/slideMaster7.xml.rels><?xml version="1.0" encoding="UTF-8" standalone="yes"?>
<Relationships xmlns="http://schemas.openxmlformats.org/package/2006/relationships"><Relationship Id="rId3" Type="http://schemas.openxmlformats.org/officeDocument/2006/relationships/tags" Target="../tags/tag8.xml"/><Relationship Id="rId2" Type="http://schemas.openxmlformats.org/officeDocument/2006/relationships/theme" Target="../theme/theme7.xml"/><Relationship Id="rId1" Type="http://schemas.openxmlformats.org/officeDocument/2006/relationships/slideLayout" Target="../slideLayouts/slideLayout8.xml"/><Relationship Id="rId5" Type="http://schemas.openxmlformats.org/officeDocument/2006/relationships/image" Target="../media/image1.emf"/><Relationship Id="rId4" Type="http://schemas.openxmlformats.org/officeDocument/2006/relationships/oleObject" Target="../embeddings/oleObject1.bin"/></Relationships>
</file>

<file path=ppt/slideMasters/_rels/slideMaster8.xml.rels><?xml version="1.0" encoding="UTF-8" standalone="yes"?>
<Relationships xmlns="http://schemas.openxmlformats.org/package/2006/relationships"><Relationship Id="rId3" Type="http://schemas.openxmlformats.org/officeDocument/2006/relationships/tags" Target="../tags/tag9.xml"/><Relationship Id="rId2" Type="http://schemas.openxmlformats.org/officeDocument/2006/relationships/theme" Target="../theme/theme8.xml"/><Relationship Id="rId1" Type="http://schemas.openxmlformats.org/officeDocument/2006/relationships/slideLayout" Target="../slideLayouts/slideLayout9.xml"/><Relationship Id="rId5" Type="http://schemas.openxmlformats.org/officeDocument/2006/relationships/image" Target="../media/image1.emf"/><Relationship Id="rId4" Type="http://schemas.openxmlformats.org/officeDocument/2006/relationships/oleObject" Target="../embeddings/oleObject1.bin"/></Relationships>
</file>

<file path=ppt/slideMasters/_rels/slideMaster9.xml.rels><?xml version="1.0" encoding="UTF-8" standalone="yes"?>
<Relationships xmlns="http://schemas.openxmlformats.org/package/2006/relationships"><Relationship Id="rId3" Type="http://schemas.openxmlformats.org/officeDocument/2006/relationships/tags" Target="../tags/tag10.xml"/><Relationship Id="rId2" Type="http://schemas.openxmlformats.org/officeDocument/2006/relationships/theme" Target="../theme/theme9.xml"/><Relationship Id="rId1" Type="http://schemas.openxmlformats.org/officeDocument/2006/relationships/slideLayout" Target="../slideLayouts/slideLayout10.xml"/><Relationship Id="rId5" Type="http://schemas.openxmlformats.org/officeDocument/2006/relationships/image" Target="../media/image1.emf"/><Relationship Id="rId4" Type="http://schemas.openxmlformats.org/officeDocument/2006/relationships/oleObject" Target="../embeddings/oleObject1.bin"/></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7794E3F4-18E5-52A0-16E9-81823AFB6E40}"/>
              </a:ext>
            </a:extLst>
          </p:cNvPr>
          <p:cNvGraphicFramePr>
            <a:graphicFrameLocks noChangeAspect="1"/>
          </p:cNvGraphicFramePr>
          <p:nvPr userDrawn="1">
            <p:custDataLst>
              <p:tags r:id="rId4"/>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5" imgW="7772400" imgH="10058400" progId="TCLayout.ActiveDocument.1">
                  <p:embed/>
                </p:oleObj>
              </mc:Choice>
              <mc:Fallback>
                <p:oleObj name="think-cell Slide" r:id="rId5" imgW="7772400" imgH="10058400" progId="TCLayout.ActiveDocument.1">
                  <p:embed/>
                  <p:pic>
                    <p:nvPicPr>
                      <p:cNvPr id="8" name="think-cell data - do not delete" hidden="1">
                        <a:extLst>
                          <a:ext uri="{FF2B5EF4-FFF2-40B4-BE49-F238E27FC236}">
                            <a16:creationId xmlns:a16="http://schemas.microsoft.com/office/drawing/2014/main" id="{7794E3F4-18E5-52A0-16E9-81823AFB6E40}"/>
                          </a:ext>
                        </a:extLst>
                      </p:cNvPr>
                      <p:cNvPicPr/>
                      <p:nvPr/>
                    </p:nvPicPr>
                    <p:blipFill>
                      <a:blip r:embed="rId6"/>
                      <a:stretch>
                        <a:fillRect/>
                      </a:stretch>
                    </p:blipFill>
                    <p:spPr>
                      <a:xfrm>
                        <a:off x="1588" y="1588"/>
                        <a:ext cx="1227" cy="1588"/>
                      </a:xfrm>
                      <a:prstGeom prst="rect">
                        <a:avLst/>
                      </a:prstGeom>
                    </p:spPr>
                  </p:pic>
                </p:oleObj>
              </mc:Fallback>
            </mc:AlternateContent>
          </a:graphicData>
        </a:graphic>
      </p:graphicFrame>
      <p:sp>
        <p:nvSpPr>
          <p:cNvPr id="2" name="Title Placeholder 1"/>
          <p:cNvSpPr>
            <a:spLocks noGrp="1"/>
          </p:cNvSpPr>
          <p:nvPr>
            <p:ph type="title"/>
          </p:nvPr>
        </p:nvSpPr>
        <p:spPr>
          <a:xfrm>
            <a:off x="609600" y="800100"/>
            <a:ext cx="10972800" cy="685800"/>
          </a:xfrm>
          <a:prstGeom prst="rect">
            <a:avLst/>
          </a:prstGeom>
        </p:spPr>
        <p:txBody>
          <a:bodyPr vert="horz" lIns="91440" tIns="45720" rIns="91440" bIns="45720" rtlCol="0" anchor="ctr">
            <a:normAutofit/>
          </a:bodyPr>
          <a:lstStyle/>
          <a:p>
            <a:r>
              <a:rPr lang="en-US" dirty="0"/>
              <a:t>Slide title</a:t>
            </a:r>
          </a:p>
        </p:txBody>
      </p:sp>
      <p:sp>
        <p:nvSpPr>
          <p:cNvPr id="3" name="Text Placeholder 2"/>
          <p:cNvSpPr>
            <a:spLocks noGrp="1"/>
          </p:cNvSpPr>
          <p:nvPr>
            <p:ph type="body" idx="1"/>
          </p:nvPr>
        </p:nvSpPr>
        <p:spPr>
          <a:xfrm>
            <a:off x="609600" y="1600200"/>
            <a:ext cx="10972800" cy="4572000"/>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609600" y="6400800"/>
            <a:ext cx="2971800" cy="320676"/>
          </a:xfrm>
          <a:prstGeom prst="rect">
            <a:avLst/>
          </a:prstGeom>
        </p:spPr>
        <p:txBody>
          <a:bodyPr vert="horz" lIns="91440" tIns="45720" rIns="91440" bIns="45720" rtlCol="0" anchor="ctr"/>
          <a:lstStyle>
            <a:lvl1pPr algn="l">
              <a:defRPr sz="1200">
                <a:solidFill>
                  <a:schemeClr val="tx1">
                    <a:tint val="82000"/>
                  </a:schemeClr>
                </a:solidFill>
              </a:defRPr>
            </a:lvl1pPr>
          </a:lstStyle>
          <a:p>
            <a:fld id="{2E405B87-0B1C-464B-928F-AA5E9D282D70}" type="datetimeFigureOut">
              <a:rPr lang="en-US" smtClean="0"/>
              <a:t>11/17/2025</a:t>
            </a:fld>
            <a:endParaRPr lang="en-US"/>
          </a:p>
        </p:txBody>
      </p:sp>
      <p:sp>
        <p:nvSpPr>
          <p:cNvPr id="5" name="Footer Placeholder 4"/>
          <p:cNvSpPr>
            <a:spLocks noGrp="1"/>
          </p:cNvSpPr>
          <p:nvPr>
            <p:ph type="ftr" sz="quarter" idx="3"/>
          </p:nvPr>
        </p:nvSpPr>
        <p:spPr>
          <a:xfrm>
            <a:off x="3700780" y="6400800"/>
            <a:ext cx="4790440" cy="320676"/>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9154160" y="6400800"/>
            <a:ext cx="2428240" cy="320676"/>
          </a:xfrm>
          <a:prstGeom prst="rect">
            <a:avLst/>
          </a:prstGeom>
        </p:spPr>
        <p:txBody>
          <a:bodyPr vert="horz" lIns="91440" tIns="45720" rIns="91440" bIns="45720" rtlCol="0" anchor="ctr"/>
          <a:lstStyle>
            <a:lvl1pPr algn="r">
              <a:defRPr sz="1200">
                <a:solidFill>
                  <a:schemeClr val="tx1">
                    <a:tint val="82000"/>
                  </a:schemeClr>
                </a:solidFill>
              </a:defRPr>
            </a:lvl1pPr>
          </a:lstStyle>
          <a:p>
            <a:fld id="{D9AD4B2D-25FF-0B46-98A4-87FBB723E472}" type="slidenum">
              <a:rPr lang="en-US" smtClean="0"/>
              <a:t>‹#›</a:t>
            </a:fld>
            <a:endParaRPr lang="en-US"/>
          </a:p>
        </p:txBody>
      </p:sp>
    </p:spTree>
    <p:extLst>
      <p:ext uri="{BB962C8B-B14F-4D97-AF65-F5344CB8AC3E}">
        <p14:creationId xmlns:p14="http://schemas.microsoft.com/office/powerpoint/2010/main" val="515913321"/>
      </p:ext>
    </p:extLst>
  </p:cSld>
  <p:clrMap bg1="lt1" tx1="dk1" bg2="lt2" tx2="dk2" accent1="accent1" accent2="accent2" accent3="accent3" accent4="accent4" accent5="accent5" accent6="accent6" hlink="hlink" folHlink="folHlink"/>
  <p:sldLayoutIdLst>
    <p:sldLayoutId id="2147483661" r:id="rId1"/>
    <p:sldLayoutId id="2147483669" r:id="rId2"/>
  </p:sldLayoutIdLst>
  <p:txStyles>
    <p:titleStyle>
      <a:lvl1pPr algn="l" defTabSz="914377" rtl="0" eaLnBrk="1" latinLnBrk="0" hangingPunct="1">
        <a:lnSpc>
          <a:spcPct val="100000"/>
        </a:lnSpc>
        <a:spcBef>
          <a:spcPct val="0"/>
        </a:spcBef>
        <a:buNone/>
        <a:defRPr sz="2600" b="1" i="0" kern="1200">
          <a:solidFill>
            <a:schemeClr val="tx1"/>
          </a:solidFill>
          <a:latin typeface="+mj-lt"/>
          <a:ea typeface="+mj-ea"/>
          <a:cs typeface="+mj-cs"/>
        </a:defRPr>
      </a:lvl1pPr>
    </p:titleStyle>
    <p:bodyStyle>
      <a:lvl1pPr marL="296863" indent="-285750" algn="l" defTabSz="914377" rtl="0" eaLnBrk="1" latinLnBrk="0" hangingPunct="1">
        <a:lnSpc>
          <a:spcPct val="110000"/>
        </a:lnSpc>
        <a:spcBef>
          <a:spcPts val="1200"/>
        </a:spcBef>
        <a:buFont typeface="Arial" panose="020B0604020202020204" pitchFamily="34" charset="0"/>
        <a:buChar char="•"/>
        <a:tabLst/>
        <a:defRPr sz="1800" b="0" i="0" kern="1200" spc="0" normalizeH="0" baseline="0">
          <a:solidFill>
            <a:schemeClr val="tx1"/>
          </a:solidFill>
          <a:latin typeface="+mn-lt"/>
          <a:ea typeface="+mn-ea"/>
          <a:cs typeface="Arial" panose="020B0604020202020204" pitchFamily="34" charset="0"/>
        </a:defRPr>
      </a:lvl1pPr>
      <a:lvl2pPr marL="628650" indent="-285750" algn="l" defTabSz="914377" rtl="0" eaLnBrk="1" latinLnBrk="0" hangingPunct="1">
        <a:lnSpc>
          <a:spcPct val="110000"/>
        </a:lnSpc>
        <a:spcBef>
          <a:spcPts val="1200"/>
        </a:spcBef>
        <a:buFont typeface="Arial" panose="020B0604020202020204" pitchFamily="34" charset="0"/>
        <a:buChar char="•"/>
        <a:tabLst/>
        <a:defRPr sz="1800" b="0" i="0" kern="1200" spc="0" normalizeH="0" baseline="0">
          <a:solidFill>
            <a:schemeClr val="tx1"/>
          </a:solidFill>
          <a:latin typeface="+mn-lt"/>
          <a:ea typeface="+mn-ea"/>
          <a:cs typeface="Arial" panose="020B0604020202020204" pitchFamily="34" charset="0"/>
        </a:defRPr>
      </a:lvl2pPr>
      <a:lvl3pPr marL="1085850" indent="-285750" algn="l" defTabSz="914377" rtl="0" eaLnBrk="1" latinLnBrk="0" hangingPunct="1">
        <a:lnSpc>
          <a:spcPct val="110000"/>
        </a:lnSpc>
        <a:spcBef>
          <a:spcPts val="1200"/>
        </a:spcBef>
        <a:buFont typeface="Arial" panose="020B0604020202020204" pitchFamily="34" charset="0"/>
        <a:buChar char="•"/>
        <a:tabLst/>
        <a:defRPr sz="1800" b="0" i="0" kern="1200" spc="0" normalizeH="0" baseline="0">
          <a:solidFill>
            <a:schemeClr val="tx1"/>
          </a:solidFill>
          <a:latin typeface="+mn-lt"/>
          <a:ea typeface="+mn-ea"/>
          <a:cs typeface="Arial" panose="020B0604020202020204" pitchFamily="34" charset="0"/>
        </a:defRPr>
      </a:lvl3pPr>
      <a:lvl4pPr marL="1543050" indent="-285750" algn="l" defTabSz="914377" rtl="0" eaLnBrk="1" latinLnBrk="0" hangingPunct="1">
        <a:lnSpc>
          <a:spcPct val="110000"/>
        </a:lnSpc>
        <a:spcBef>
          <a:spcPts val="1200"/>
        </a:spcBef>
        <a:buFont typeface="Arial" panose="020B0604020202020204" pitchFamily="34" charset="0"/>
        <a:buChar char="•"/>
        <a:tabLst/>
        <a:defRPr sz="1800" b="0" i="0" kern="1200" spc="0" normalizeH="0" baseline="0">
          <a:solidFill>
            <a:schemeClr val="tx1"/>
          </a:solidFill>
          <a:latin typeface="+mn-lt"/>
          <a:ea typeface="+mn-ea"/>
          <a:cs typeface="Arial" panose="020B0604020202020204" pitchFamily="34" charset="0"/>
        </a:defRPr>
      </a:lvl4pPr>
      <a:lvl5pPr marL="2001838" indent="-285750" algn="l" defTabSz="914377" rtl="0" eaLnBrk="1" latinLnBrk="0" hangingPunct="1">
        <a:lnSpc>
          <a:spcPct val="110000"/>
        </a:lnSpc>
        <a:spcBef>
          <a:spcPts val="1200"/>
        </a:spcBef>
        <a:buFont typeface="Arial" panose="020B0604020202020204" pitchFamily="34" charset="0"/>
        <a:buChar char="•"/>
        <a:tabLst/>
        <a:defRPr sz="1800" b="0" i="0" kern="1200" spc="0" normalizeH="0" baseline="0">
          <a:solidFill>
            <a:schemeClr val="tx1"/>
          </a:solidFill>
          <a:latin typeface="+mn-lt"/>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88" userDrawn="1">
          <p15:clr>
            <a:srgbClr val="F26B43"/>
          </p15:clr>
        </p15:guide>
        <p15:guide id="2" pos="384" userDrawn="1">
          <p15:clr>
            <a:srgbClr val="F26B43"/>
          </p15:clr>
        </p15:guide>
        <p15:guide id="3" orient="horz" pos="3888" userDrawn="1">
          <p15:clr>
            <a:srgbClr val="F26B43"/>
          </p15:clr>
        </p15:guide>
        <p15:guide id="4" pos="7296" userDrawn="1">
          <p15:clr>
            <a:srgbClr val="F26B43"/>
          </p15:clr>
        </p15:guide>
        <p15:guide id="5" pos="3840" userDrawn="1">
          <p15:clr>
            <a:srgbClr val="F26B43"/>
          </p15:clr>
        </p15:guide>
        <p15:guide id="6" pos="960" userDrawn="1">
          <p15:clr>
            <a:srgbClr val="F26B43"/>
          </p15:clr>
        </p15:guide>
        <p15:guide id="7" orient="horz" pos="2160" userDrawn="1">
          <p15:clr>
            <a:srgbClr val="F26B43"/>
          </p15:clr>
        </p15:guide>
        <p15:guide id="8" pos="2688" userDrawn="1">
          <p15:clr>
            <a:srgbClr val="F26B43"/>
          </p15:clr>
        </p15:guide>
        <p15:guide id="9" pos="4992" userDrawn="1">
          <p15:clr>
            <a:srgbClr val="F26B43"/>
          </p15:clr>
        </p15:guide>
        <p15:guide id="10" orient="horz" pos="1008"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7794E3F4-18E5-52A0-16E9-81823AFB6E40}"/>
              </a:ext>
            </a:extLst>
          </p:cNvPr>
          <p:cNvGraphicFramePr>
            <a:graphicFrameLocks noChangeAspect="1"/>
          </p:cNvGraphicFramePr>
          <p:nvPr userDrawn="1">
            <p:custDataLst>
              <p:tags r:id="rId3"/>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4" imgW="7772400" imgH="10058400" progId="TCLayout.ActiveDocument.1">
                  <p:embed/>
                </p:oleObj>
              </mc:Choice>
              <mc:Fallback>
                <p:oleObj name="think-cell Slide" r:id="rId4" imgW="7772400" imgH="10058400" progId="TCLayout.ActiveDocument.1">
                  <p:embed/>
                  <p:pic>
                    <p:nvPicPr>
                      <p:cNvPr id="8" name="think-cell data - do not delete" hidden="1">
                        <a:extLst>
                          <a:ext uri="{FF2B5EF4-FFF2-40B4-BE49-F238E27FC236}">
                            <a16:creationId xmlns:a16="http://schemas.microsoft.com/office/drawing/2014/main" id="{7794E3F4-18E5-52A0-16E9-81823AFB6E40}"/>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Placeholder 1"/>
          <p:cNvSpPr>
            <a:spLocks noGrp="1"/>
          </p:cNvSpPr>
          <p:nvPr>
            <p:ph type="title"/>
          </p:nvPr>
        </p:nvSpPr>
        <p:spPr>
          <a:xfrm>
            <a:off x="609600" y="800100"/>
            <a:ext cx="10972800" cy="685800"/>
          </a:xfrm>
          <a:prstGeom prst="rect">
            <a:avLst/>
          </a:prstGeom>
        </p:spPr>
        <p:txBody>
          <a:bodyPr vert="horz" lIns="91440" tIns="45720" rIns="91440" bIns="45720" rtlCol="0" anchor="ctr">
            <a:normAutofit/>
          </a:bodyPr>
          <a:lstStyle/>
          <a:p>
            <a:r>
              <a:rPr lang="en-US" dirty="0"/>
              <a:t>Slide title</a:t>
            </a:r>
          </a:p>
        </p:txBody>
      </p:sp>
      <p:sp>
        <p:nvSpPr>
          <p:cNvPr id="3" name="Text Placeholder 2"/>
          <p:cNvSpPr>
            <a:spLocks noGrp="1"/>
          </p:cNvSpPr>
          <p:nvPr>
            <p:ph type="body" idx="1"/>
          </p:nvPr>
        </p:nvSpPr>
        <p:spPr>
          <a:xfrm>
            <a:off x="609600" y="1600200"/>
            <a:ext cx="10972800" cy="4572000"/>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609600" y="6400800"/>
            <a:ext cx="2971800" cy="320676"/>
          </a:xfrm>
          <a:prstGeom prst="rect">
            <a:avLst/>
          </a:prstGeom>
        </p:spPr>
        <p:txBody>
          <a:bodyPr vert="horz" lIns="91440" tIns="45720" rIns="91440" bIns="45720" rtlCol="0" anchor="ctr"/>
          <a:lstStyle>
            <a:lvl1pPr algn="l">
              <a:defRPr sz="1200">
                <a:solidFill>
                  <a:schemeClr val="tx1">
                    <a:tint val="82000"/>
                  </a:schemeClr>
                </a:solidFill>
              </a:defRPr>
            </a:lvl1pPr>
          </a:lstStyle>
          <a:p>
            <a:fld id="{2E405B87-0B1C-464B-928F-AA5E9D282D70}" type="datetimeFigureOut">
              <a:rPr lang="en-US" smtClean="0"/>
              <a:t>11/17/2025</a:t>
            </a:fld>
            <a:endParaRPr lang="en-US"/>
          </a:p>
        </p:txBody>
      </p:sp>
      <p:sp>
        <p:nvSpPr>
          <p:cNvPr id="5" name="Footer Placeholder 4"/>
          <p:cNvSpPr>
            <a:spLocks noGrp="1"/>
          </p:cNvSpPr>
          <p:nvPr>
            <p:ph type="ftr" sz="quarter" idx="3"/>
          </p:nvPr>
        </p:nvSpPr>
        <p:spPr>
          <a:xfrm>
            <a:off x="3700780" y="6400800"/>
            <a:ext cx="4790440" cy="320676"/>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9154160" y="6400800"/>
            <a:ext cx="2428240" cy="320676"/>
          </a:xfrm>
          <a:prstGeom prst="rect">
            <a:avLst/>
          </a:prstGeom>
        </p:spPr>
        <p:txBody>
          <a:bodyPr vert="horz" lIns="91440" tIns="45720" rIns="91440" bIns="45720" rtlCol="0" anchor="ctr"/>
          <a:lstStyle>
            <a:lvl1pPr algn="r">
              <a:defRPr sz="1200">
                <a:solidFill>
                  <a:schemeClr val="tx1">
                    <a:tint val="82000"/>
                  </a:schemeClr>
                </a:solidFill>
              </a:defRPr>
            </a:lvl1pPr>
          </a:lstStyle>
          <a:p>
            <a:fld id="{D9AD4B2D-25FF-0B46-98A4-87FBB723E472}" type="slidenum">
              <a:rPr lang="en-US" smtClean="0"/>
              <a:t>‹#›</a:t>
            </a:fld>
            <a:endParaRPr lang="en-US"/>
          </a:p>
        </p:txBody>
      </p:sp>
    </p:spTree>
    <p:extLst>
      <p:ext uri="{BB962C8B-B14F-4D97-AF65-F5344CB8AC3E}">
        <p14:creationId xmlns:p14="http://schemas.microsoft.com/office/powerpoint/2010/main" val="515913321"/>
      </p:ext>
    </p:extLst>
  </p:cSld>
  <p:clrMap bg1="lt1" tx1="dk1" bg2="lt2" tx2="dk2" accent1="accent1" accent2="accent2" accent3="accent3" accent4="accent4" accent5="accent5" accent6="accent6" hlink="hlink" folHlink="folHlink"/>
  <p:sldLayoutIdLst>
    <p:sldLayoutId id="2147483670" r:id="rId1"/>
  </p:sldLayoutIdLst>
  <p:txStyles>
    <p:titleStyle>
      <a:lvl1pPr algn="l" defTabSz="914377" rtl="0" eaLnBrk="1" latinLnBrk="0" hangingPunct="1">
        <a:lnSpc>
          <a:spcPct val="100000"/>
        </a:lnSpc>
        <a:spcBef>
          <a:spcPct val="0"/>
        </a:spcBef>
        <a:buNone/>
        <a:defRPr sz="2600" b="1" i="0" kern="1200">
          <a:solidFill>
            <a:schemeClr val="tx1"/>
          </a:solidFill>
          <a:latin typeface="+mj-lt"/>
          <a:ea typeface="+mj-ea"/>
          <a:cs typeface="+mj-cs"/>
        </a:defRPr>
      </a:lvl1pPr>
    </p:titleStyle>
    <p:bodyStyle>
      <a:lvl1pPr marL="296863" indent="-285750" algn="l" defTabSz="914377" rtl="0" eaLnBrk="1" latinLnBrk="0" hangingPunct="1">
        <a:lnSpc>
          <a:spcPct val="110000"/>
        </a:lnSpc>
        <a:spcBef>
          <a:spcPts val="1200"/>
        </a:spcBef>
        <a:buFont typeface="Arial" panose="020B0604020202020204" pitchFamily="34" charset="0"/>
        <a:buChar char="•"/>
        <a:tabLst/>
        <a:defRPr sz="1800" b="0" i="0" kern="1200" spc="0" normalizeH="0" baseline="0">
          <a:solidFill>
            <a:schemeClr val="tx1"/>
          </a:solidFill>
          <a:latin typeface="+mn-lt"/>
          <a:ea typeface="+mn-ea"/>
          <a:cs typeface="Arial" panose="020B0604020202020204" pitchFamily="34" charset="0"/>
        </a:defRPr>
      </a:lvl1pPr>
      <a:lvl2pPr marL="628650" indent="-285750" algn="l" defTabSz="914377" rtl="0" eaLnBrk="1" latinLnBrk="0" hangingPunct="1">
        <a:lnSpc>
          <a:spcPct val="110000"/>
        </a:lnSpc>
        <a:spcBef>
          <a:spcPts val="1200"/>
        </a:spcBef>
        <a:buFont typeface="Arial" panose="020B0604020202020204" pitchFamily="34" charset="0"/>
        <a:buChar char="•"/>
        <a:tabLst/>
        <a:defRPr sz="1800" b="0" i="0" kern="1200" spc="0" normalizeH="0" baseline="0">
          <a:solidFill>
            <a:schemeClr val="tx1"/>
          </a:solidFill>
          <a:latin typeface="+mn-lt"/>
          <a:ea typeface="+mn-ea"/>
          <a:cs typeface="Arial" panose="020B0604020202020204" pitchFamily="34" charset="0"/>
        </a:defRPr>
      </a:lvl2pPr>
      <a:lvl3pPr marL="1085850" indent="-285750" algn="l" defTabSz="914377" rtl="0" eaLnBrk="1" latinLnBrk="0" hangingPunct="1">
        <a:lnSpc>
          <a:spcPct val="110000"/>
        </a:lnSpc>
        <a:spcBef>
          <a:spcPts val="1200"/>
        </a:spcBef>
        <a:buFont typeface="Arial" panose="020B0604020202020204" pitchFamily="34" charset="0"/>
        <a:buChar char="•"/>
        <a:tabLst/>
        <a:defRPr sz="1800" b="0" i="0" kern="1200" spc="0" normalizeH="0" baseline="0">
          <a:solidFill>
            <a:schemeClr val="tx1"/>
          </a:solidFill>
          <a:latin typeface="+mn-lt"/>
          <a:ea typeface="+mn-ea"/>
          <a:cs typeface="Arial" panose="020B0604020202020204" pitchFamily="34" charset="0"/>
        </a:defRPr>
      </a:lvl3pPr>
      <a:lvl4pPr marL="1543050" indent="-285750" algn="l" defTabSz="914377" rtl="0" eaLnBrk="1" latinLnBrk="0" hangingPunct="1">
        <a:lnSpc>
          <a:spcPct val="110000"/>
        </a:lnSpc>
        <a:spcBef>
          <a:spcPts val="1200"/>
        </a:spcBef>
        <a:buFont typeface="Arial" panose="020B0604020202020204" pitchFamily="34" charset="0"/>
        <a:buChar char="•"/>
        <a:tabLst/>
        <a:defRPr sz="1800" b="0" i="0" kern="1200" spc="0" normalizeH="0" baseline="0">
          <a:solidFill>
            <a:schemeClr val="tx1"/>
          </a:solidFill>
          <a:latin typeface="+mn-lt"/>
          <a:ea typeface="+mn-ea"/>
          <a:cs typeface="Arial" panose="020B0604020202020204" pitchFamily="34" charset="0"/>
        </a:defRPr>
      </a:lvl4pPr>
      <a:lvl5pPr marL="2001838" indent="-285750" algn="l" defTabSz="914377" rtl="0" eaLnBrk="1" latinLnBrk="0" hangingPunct="1">
        <a:lnSpc>
          <a:spcPct val="110000"/>
        </a:lnSpc>
        <a:spcBef>
          <a:spcPts val="1200"/>
        </a:spcBef>
        <a:buFont typeface="Arial" panose="020B0604020202020204" pitchFamily="34" charset="0"/>
        <a:buChar char="•"/>
        <a:tabLst/>
        <a:defRPr sz="1800" b="0" i="0" kern="1200" spc="0" normalizeH="0" baseline="0">
          <a:solidFill>
            <a:schemeClr val="tx1"/>
          </a:solidFill>
          <a:latin typeface="+mn-lt"/>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88" userDrawn="1">
          <p15:clr>
            <a:srgbClr val="F26B43"/>
          </p15:clr>
        </p15:guide>
        <p15:guide id="2" pos="384" userDrawn="1">
          <p15:clr>
            <a:srgbClr val="F26B43"/>
          </p15:clr>
        </p15:guide>
        <p15:guide id="3" orient="horz" pos="3888" userDrawn="1">
          <p15:clr>
            <a:srgbClr val="F26B43"/>
          </p15:clr>
        </p15:guide>
        <p15:guide id="4" pos="7296" userDrawn="1">
          <p15:clr>
            <a:srgbClr val="F26B43"/>
          </p15:clr>
        </p15:guide>
        <p15:guide id="5" pos="3840" userDrawn="1">
          <p15:clr>
            <a:srgbClr val="F26B43"/>
          </p15:clr>
        </p15:guide>
        <p15:guide id="6" pos="960" userDrawn="1">
          <p15:clr>
            <a:srgbClr val="F26B43"/>
          </p15:clr>
        </p15:guide>
        <p15:guide id="7" orient="horz" pos="2160" userDrawn="1">
          <p15:clr>
            <a:srgbClr val="F26B43"/>
          </p15:clr>
        </p15:guide>
        <p15:guide id="8" pos="2688" userDrawn="1">
          <p15:clr>
            <a:srgbClr val="F26B43"/>
          </p15:clr>
        </p15:guide>
        <p15:guide id="9" pos="4992" userDrawn="1">
          <p15:clr>
            <a:srgbClr val="F26B43"/>
          </p15:clr>
        </p15:guide>
        <p15:guide id="10" orient="horz" pos="1008" userDrawn="1">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7794E3F4-18E5-52A0-16E9-81823AFB6E40}"/>
              </a:ext>
            </a:extLst>
          </p:cNvPr>
          <p:cNvGraphicFramePr>
            <a:graphicFrameLocks noChangeAspect="1"/>
          </p:cNvGraphicFramePr>
          <p:nvPr userDrawn="1">
            <p:custDataLst>
              <p:tags r:id="rId3"/>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4" imgW="7772400" imgH="10058400" progId="TCLayout.ActiveDocument.1">
                  <p:embed/>
                </p:oleObj>
              </mc:Choice>
              <mc:Fallback>
                <p:oleObj name="think-cell Slide" r:id="rId4" imgW="7772400" imgH="10058400" progId="TCLayout.ActiveDocument.1">
                  <p:embed/>
                  <p:pic>
                    <p:nvPicPr>
                      <p:cNvPr id="8" name="think-cell data - do not delete" hidden="1">
                        <a:extLst>
                          <a:ext uri="{FF2B5EF4-FFF2-40B4-BE49-F238E27FC236}">
                            <a16:creationId xmlns:a16="http://schemas.microsoft.com/office/drawing/2014/main" id="{7794E3F4-18E5-52A0-16E9-81823AFB6E40}"/>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Placeholder 1"/>
          <p:cNvSpPr>
            <a:spLocks noGrp="1"/>
          </p:cNvSpPr>
          <p:nvPr>
            <p:ph type="title"/>
          </p:nvPr>
        </p:nvSpPr>
        <p:spPr>
          <a:xfrm>
            <a:off x="609600" y="800100"/>
            <a:ext cx="10972800" cy="685800"/>
          </a:xfrm>
          <a:prstGeom prst="rect">
            <a:avLst/>
          </a:prstGeom>
        </p:spPr>
        <p:txBody>
          <a:bodyPr vert="horz" lIns="91440" tIns="45720" rIns="91440" bIns="45720" rtlCol="0" anchor="ctr">
            <a:normAutofit/>
          </a:bodyPr>
          <a:lstStyle/>
          <a:p>
            <a:r>
              <a:rPr lang="en-US" dirty="0"/>
              <a:t>Slide title</a:t>
            </a:r>
          </a:p>
        </p:txBody>
      </p:sp>
      <p:sp>
        <p:nvSpPr>
          <p:cNvPr id="3" name="Text Placeholder 2"/>
          <p:cNvSpPr>
            <a:spLocks noGrp="1"/>
          </p:cNvSpPr>
          <p:nvPr>
            <p:ph type="body" idx="1"/>
          </p:nvPr>
        </p:nvSpPr>
        <p:spPr>
          <a:xfrm>
            <a:off x="609600" y="1600200"/>
            <a:ext cx="10972800" cy="4572000"/>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609600" y="6400800"/>
            <a:ext cx="2971800" cy="320676"/>
          </a:xfrm>
          <a:prstGeom prst="rect">
            <a:avLst/>
          </a:prstGeom>
        </p:spPr>
        <p:txBody>
          <a:bodyPr vert="horz" lIns="91440" tIns="45720" rIns="91440" bIns="45720" rtlCol="0" anchor="ctr"/>
          <a:lstStyle>
            <a:lvl1pPr algn="l">
              <a:defRPr sz="1200">
                <a:solidFill>
                  <a:schemeClr val="tx1">
                    <a:tint val="82000"/>
                  </a:schemeClr>
                </a:solidFill>
              </a:defRPr>
            </a:lvl1pPr>
          </a:lstStyle>
          <a:p>
            <a:fld id="{2E405B87-0B1C-464B-928F-AA5E9D282D70}" type="datetimeFigureOut">
              <a:rPr lang="en-US" smtClean="0"/>
              <a:t>11/17/2025</a:t>
            </a:fld>
            <a:endParaRPr lang="en-US"/>
          </a:p>
        </p:txBody>
      </p:sp>
      <p:sp>
        <p:nvSpPr>
          <p:cNvPr id="5" name="Footer Placeholder 4"/>
          <p:cNvSpPr>
            <a:spLocks noGrp="1"/>
          </p:cNvSpPr>
          <p:nvPr>
            <p:ph type="ftr" sz="quarter" idx="3"/>
          </p:nvPr>
        </p:nvSpPr>
        <p:spPr>
          <a:xfrm>
            <a:off x="3700780" y="6400800"/>
            <a:ext cx="4790440" cy="320676"/>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9154160" y="6400800"/>
            <a:ext cx="2428240" cy="320676"/>
          </a:xfrm>
          <a:prstGeom prst="rect">
            <a:avLst/>
          </a:prstGeom>
        </p:spPr>
        <p:txBody>
          <a:bodyPr vert="horz" lIns="91440" tIns="45720" rIns="91440" bIns="45720" rtlCol="0" anchor="ctr"/>
          <a:lstStyle>
            <a:lvl1pPr algn="r">
              <a:defRPr sz="1200">
                <a:solidFill>
                  <a:schemeClr val="tx1">
                    <a:tint val="82000"/>
                  </a:schemeClr>
                </a:solidFill>
              </a:defRPr>
            </a:lvl1pPr>
          </a:lstStyle>
          <a:p>
            <a:fld id="{D9AD4B2D-25FF-0B46-98A4-87FBB723E472}" type="slidenum">
              <a:rPr lang="en-US" smtClean="0"/>
              <a:t>‹#›</a:t>
            </a:fld>
            <a:endParaRPr lang="en-US"/>
          </a:p>
        </p:txBody>
      </p:sp>
    </p:spTree>
    <p:extLst>
      <p:ext uri="{BB962C8B-B14F-4D97-AF65-F5344CB8AC3E}">
        <p14:creationId xmlns:p14="http://schemas.microsoft.com/office/powerpoint/2010/main" val="515913321"/>
      </p:ext>
    </p:extLst>
  </p:cSld>
  <p:clrMap bg1="lt1" tx1="dk1" bg2="lt2" tx2="dk2" accent1="accent1" accent2="accent2" accent3="accent3" accent4="accent4" accent5="accent5" accent6="accent6" hlink="hlink" folHlink="folHlink"/>
  <p:sldLayoutIdLst>
    <p:sldLayoutId id="2147483671" r:id="rId1"/>
  </p:sldLayoutIdLst>
  <p:txStyles>
    <p:titleStyle>
      <a:lvl1pPr algn="l" defTabSz="914377" rtl="0" eaLnBrk="1" latinLnBrk="0" hangingPunct="1">
        <a:lnSpc>
          <a:spcPct val="100000"/>
        </a:lnSpc>
        <a:spcBef>
          <a:spcPct val="0"/>
        </a:spcBef>
        <a:buNone/>
        <a:defRPr sz="2600" b="1" i="0" kern="1200">
          <a:solidFill>
            <a:schemeClr val="tx1"/>
          </a:solidFill>
          <a:latin typeface="+mj-lt"/>
          <a:ea typeface="+mj-ea"/>
          <a:cs typeface="+mj-cs"/>
        </a:defRPr>
      </a:lvl1pPr>
    </p:titleStyle>
    <p:bodyStyle>
      <a:lvl1pPr marL="296863" indent="-285750" algn="l" defTabSz="914377" rtl="0" eaLnBrk="1" latinLnBrk="0" hangingPunct="1">
        <a:lnSpc>
          <a:spcPct val="110000"/>
        </a:lnSpc>
        <a:spcBef>
          <a:spcPts val="1200"/>
        </a:spcBef>
        <a:buFont typeface="Arial" panose="020B0604020202020204" pitchFamily="34" charset="0"/>
        <a:buChar char="•"/>
        <a:tabLst/>
        <a:defRPr sz="1800" b="0" i="0" kern="1200" spc="0" normalizeH="0" baseline="0">
          <a:solidFill>
            <a:schemeClr val="tx1"/>
          </a:solidFill>
          <a:latin typeface="+mn-lt"/>
          <a:ea typeface="+mn-ea"/>
          <a:cs typeface="Arial" panose="020B0604020202020204" pitchFamily="34" charset="0"/>
        </a:defRPr>
      </a:lvl1pPr>
      <a:lvl2pPr marL="628650" indent="-285750" algn="l" defTabSz="914377" rtl="0" eaLnBrk="1" latinLnBrk="0" hangingPunct="1">
        <a:lnSpc>
          <a:spcPct val="110000"/>
        </a:lnSpc>
        <a:spcBef>
          <a:spcPts val="1200"/>
        </a:spcBef>
        <a:buFont typeface="Arial" panose="020B0604020202020204" pitchFamily="34" charset="0"/>
        <a:buChar char="•"/>
        <a:tabLst/>
        <a:defRPr sz="1800" b="0" i="0" kern="1200" spc="0" normalizeH="0" baseline="0">
          <a:solidFill>
            <a:schemeClr val="tx1"/>
          </a:solidFill>
          <a:latin typeface="+mn-lt"/>
          <a:ea typeface="+mn-ea"/>
          <a:cs typeface="Arial" panose="020B0604020202020204" pitchFamily="34" charset="0"/>
        </a:defRPr>
      </a:lvl2pPr>
      <a:lvl3pPr marL="1085850" indent="-285750" algn="l" defTabSz="914377" rtl="0" eaLnBrk="1" latinLnBrk="0" hangingPunct="1">
        <a:lnSpc>
          <a:spcPct val="110000"/>
        </a:lnSpc>
        <a:spcBef>
          <a:spcPts val="1200"/>
        </a:spcBef>
        <a:buFont typeface="Arial" panose="020B0604020202020204" pitchFamily="34" charset="0"/>
        <a:buChar char="•"/>
        <a:tabLst/>
        <a:defRPr sz="1800" b="0" i="0" kern="1200" spc="0" normalizeH="0" baseline="0">
          <a:solidFill>
            <a:schemeClr val="tx1"/>
          </a:solidFill>
          <a:latin typeface="+mn-lt"/>
          <a:ea typeface="+mn-ea"/>
          <a:cs typeface="Arial" panose="020B0604020202020204" pitchFamily="34" charset="0"/>
        </a:defRPr>
      </a:lvl3pPr>
      <a:lvl4pPr marL="1543050" indent="-285750" algn="l" defTabSz="914377" rtl="0" eaLnBrk="1" latinLnBrk="0" hangingPunct="1">
        <a:lnSpc>
          <a:spcPct val="110000"/>
        </a:lnSpc>
        <a:spcBef>
          <a:spcPts val="1200"/>
        </a:spcBef>
        <a:buFont typeface="Arial" panose="020B0604020202020204" pitchFamily="34" charset="0"/>
        <a:buChar char="•"/>
        <a:tabLst/>
        <a:defRPr sz="1800" b="0" i="0" kern="1200" spc="0" normalizeH="0" baseline="0">
          <a:solidFill>
            <a:schemeClr val="tx1"/>
          </a:solidFill>
          <a:latin typeface="+mn-lt"/>
          <a:ea typeface="+mn-ea"/>
          <a:cs typeface="Arial" panose="020B0604020202020204" pitchFamily="34" charset="0"/>
        </a:defRPr>
      </a:lvl4pPr>
      <a:lvl5pPr marL="2001838" indent="-285750" algn="l" defTabSz="914377" rtl="0" eaLnBrk="1" latinLnBrk="0" hangingPunct="1">
        <a:lnSpc>
          <a:spcPct val="110000"/>
        </a:lnSpc>
        <a:spcBef>
          <a:spcPts val="1200"/>
        </a:spcBef>
        <a:buFont typeface="Arial" panose="020B0604020202020204" pitchFamily="34" charset="0"/>
        <a:buChar char="•"/>
        <a:tabLst/>
        <a:defRPr sz="1800" b="0" i="0" kern="1200" spc="0" normalizeH="0" baseline="0">
          <a:solidFill>
            <a:schemeClr val="tx1"/>
          </a:solidFill>
          <a:latin typeface="+mn-lt"/>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88" userDrawn="1">
          <p15:clr>
            <a:srgbClr val="F26B43"/>
          </p15:clr>
        </p15:guide>
        <p15:guide id="2" pos="384" userDrawn="1">
          <p15:clr>
            <a:srgbClr val="F26B43"/>
          </p15:clr>
        </p15:guide>
        <p15:guide id="3" orient="horz" pos="3888" userDrawn="1">
          <p15:clr>
            <a:srgbClr val="F26B43"/>
          </p15:clr>
        </p15:guide>
        <p15:guide id="4" pos="7296" userDrawn="1">
          <p15:clr>
            <a:srgbClr val="F26B43"/>
          </p15:clr>
        </p15:guide>
        <p15:guide id="5" pos="3840" userDrawn="1">
          <p15:clr>
            <a:srgbClr val="F26B43"/>
          </p15:clr>
        </p15:guide>
        <p15:guide id="6" pos="960" userDrawn="1">
          <p15:clr>
            <a:srgbClr val="F26B43"/>
          </p15:clr>
        </p15:guide>
        <p15:guide id="7" orient="horz" pos="2160" userDrawn="1">
          <p15:clr>
            <a:srgbClr val="F26B43"/>
          </p15:clr>
        </p15:guide>
        <p15:guide id="8" pos="2688" userDrawn="1">
          <p15:clr>
            <a:srgbClr val="F26B43"/>
          </p15:clr>
        </p15:guide>
        <p15:guide id="9" pos="4992" userDrawn="1">
          <p15:clr>
            <a:srgbClr val="F26B43"/>
          </p15:clr>
        </p15:guide>
        <p15:guide id="10" orient="horz" pos="1008" userDrawn="1">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7794E3F4-18E5-52A0-16E9-81823AFB6E40}"/>
              </a:ext>
            </a:extLst>
          </p:cNvPr>
          <p:cNvGraphicFramePr>
            <a:graphicFrameLocks noChangeAspect="1"/>
          </p:cNvGraphicFramePr>
          <p:nvPr userDrawn="1">
            <p:custDataLst>
              <p:tags r:id="rId3"/>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4" imgW="7772400" imgH="10058400" progId="TCLayout.ActiveDocument.1">
                  <p:embed/>
                </p:oleObj>
              </mc:Choice>
              <mc:Fallback>
                <p:oleObj name="think-cell Slide" r:id="rId4" imgW="7772400" imgH="10058400" progId="TCLayout.ActiveDocument.1">
                  <p:embed/>
                  <p:pic>
                    <p:nvPicPr>
                      <p:cNvPr id="8" name="think-cell data - do not delete" hidden="1">
                        <a:extLst>
                          <a:ext uri="{FF2B5EF4-FFF2-40B4-BE49-F238E27FC236}">
                            <a16:creationId xmlns:a16="http://schemas.microsoft.com/office/drawing/2014/main" id="{7794E3F4-18E5-52A0-16E9-81823AFB6E40}"/>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Placeholder 1"/>
          <p:cNvSpPr>
            <a:spLocks noGrp="1"/>
          </p:cNvSpPr>
          <p:nvPr>
            <p:ph type="title"/>
          </p:nvPr>
        </p:nvSpPr>
        <p:spPr>
          <a:xfrm>
            <a:off x="609600" y="800100"/>
            <a:ext cx="10972800" cy="685800"/>
          </a:xfrm>
          <a:prstGeom prst="rect">
            <a:avLst/>
          </a:prstGeom>
        </p:spPr>
        <p:txBody>
          <a:bodyPr vert="horz" lIns="91440" tIns="45720" rIns="91440" bIns="45720" rtlCol="0" anchor="ctr">
            <a:normAutofit/>
          </a:bodyPr>
          <a:lstStyle/>
          <a:p>
            <a:r>
              <a:rPr lang="en-US" dirty="0"/>
              <a:t>Slide title</a:t>
            </a:r>
          </a:p>
        </p:txBody>
      </p:sp>
      <p:sp>
        <p:nvSpPr>
          <p:cNvPr id="3" name="Text Placeholder 2"/>
          <p:cNvSpPr>
            <a:spLocks noGrp="1"/>
          </p:cNvSpPr>
          <p:nvPr>
            <p:ph type="body" idx="1"/>
          </p:nvPr>
        </p:nvSpPr>
        <p:spPr>
          <a:xfrm>
            <a:off x="609600" y="1600200"/>
            <a:ext cx="10972800" cy="4572000"/>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609600" y="6400800"/>
            <a:ext cx="2971800" cy="320676"/>
          </a:xfrm>
          <a:prstGeom prst="rect">
            <a:avLst/>
          </a:prstGeom>
        </p:spPr>
        <p:txBody>
          <a:bodyPr vert="horz" lIns="91440" tIns="45720" rIns="91440" bIns="45720" rtlCol="0" anchor="ctr"/>
          <a:lstStyle>
            <a:lvl1pPr algn="l">
              <a:defRPr sz="1200">
                <a:solidFill>
                  <a:schemeClr val="tx1">
                    <a:tint val="82000"/>
                  </a:schemeClr>
                </a:solidFill>
              </a:defRPr>
            </a:lvl1pPr>
          </a:lstStyle>
          <a:p>
            <a:fld id="{2E405B87-0B1C-464B-928F-AA5E9D282D70}" type="datetimeFigureOut">
              <a:rPr lang="en-US" smtClean="0"/>
              <a:t>11/17/2025</a:t>
            </a:fld>
            <a:endParaRPr lang="en-US"/>
          </a:p>
        </p:txBody>
      </p:sp>
      <p:sp>
        <p:nvSpPr>
          <p:cNvPr id="5" name="Footer Placeholder 4"/>
          <p:cNvSpPr>
            <a:spLocks noGrp="1"/>
          </p:cNvSpPr>
          <p:nvPr>
            <p:ph type="ftr" sz="quarter" idx="3"/>
          </p:nvPr>
        </p:nvSpPr>
        <p:spPr>
          <a:xfrm>
            <a:off x="3700780" y="6400800"/>
            <a:ext cx="4790440" cy="320676"/>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9154160" y="6400800"/>
            <a:ext cx="2428240" cy="320676"/>
          </a:xfrm>
          <a:prstGeom prst="rect">
            <a:avLst/>
          </a:prstGeom>
        </p:spPr>
        <p:txBody>
          <a:bodyPr vert="horz" lIns="91440" tIns="45720" rIns="91440" bIns="45720" rtlCol="0" anchor="ctr"/>
          <a:lstStyle>
            <a:lvl1pPr algn="r">
              <a:defRPr sz="1200">
                <a:solidFill>
                  <a:schemeClr val="tx1">
                    <a:tint val="82000"/>
                  </a:schemeClr>
                </a:solidFill>
              </a:defRPr>
            </a:lvl1pPr>
          </a:lstStyle>
          <a:p>
            <a:fld id="{D9AD4B2D-25FF-0B46-98A4-87FBB723E472}" type="slidenum">
              <a:rPr lang="en-US" smtClean="0"/>
              <a:t>‹#›</a:t>
            </a:fld>
            <a:endParaRPr lang="en-US"/>
          </a:p>
        </p:txBody>
      </p:sp>
    </p:spTree>
    <p:extLst>
      <p:ext uri="{BB962C8B-B14F-4D97-AF65-F5344CB8AC3E}">
        <p14:creationId xmlns:p14="http://schemas.microsoft.com/office/powerpoint/2010/main" val="515913321"/>
      </p:ext>
    </p:extLst>
  </p:cSld>
  <p:clrMap bg1="lt1" tx1="dk1" bg2="lt2" tx2="dk2" accent1="accent1" accent2="accent2" accent3="accent3" accent4="accent4" accent5="accent5" accent6="accent6" hlink="hlink" folHlink="folHlink"/>
  <p:sldLayoutIdLst>
    <p:sldLayoutId id="2147483672" r:id="rId1"/>
  </p:sldLayoutIdLst>
  <p:txStyles>
    <p:titleStyle>
      <a:lvl1pPr algn="l" defTabSz="914377" rtl="0" eaLnBrk="1" latinLnBrk="0" hangingPunct="1">
        <a:lnSpc>
          <a:spcPct val="100000"/>
        </a:lnSpc>
        <a:spcBef>
          <a:spcPct val="0"/>
        </a:spcBef>
        <a:buNone/>
        <a:defRPr sz="2600" b="1" i="0" kern="1200">
          <a:solidFill>
            <a:schemeClr val="tx1"/>
          </a:solidFill>
          <a:latin typeface="+mj-lt"/>
          <a:ea typeface="+mj-ea"/>
          <a:cs typeface="+mj-cs"/>
        </a:defRPr>
      </a:lvl1pPr>
    </p:titleStyle>
    <p:bodyStyle>
      <a:lvl1pPr marL="296863" indent="-285750" algn="l" defTabSz="914377" rtl="0" eaLnBrk="1" latinLnBrk="0" hangingPunct="1">
        <a:lnSpc>
          <a:spcPct val="110000"/>
        </a:lnSpc>
        <a:spcBef>
          <a:spcPts val="1200"/>
        </a:spcBef>
        <a:buFont typeface="Arial" panose="020B0604020202020204" pitchFamily="34" charset="0"/>
        <a:buChar char="•"/>
        <a:tabLst/>
        <a:defRPr sz="1800" b="0" i="0" kern="1200" spc="0" normalizeH="0" baseline="0">
          <a:solidFill>
            <a:schemeClr val="tx1"/>
          </a:solidFill>
          <a:latin typeface="+mn-lt"/>
          <a:ea typeface="+mn-ea"/>
          <a:cs typeface="Arial" panose="020B0604020202020204" pitchFamily="34" charset="0"/>
        </a:defRPr>
      </a:lvl1pPr>
      <a:lvl2pPr marL="628650" indent="-285750" algn="l" defTabSz="914377" rtl="0" eaLnBrk="1" latinLnBrk="0" hangingPunct="1">
        <a:lnSpc>
          <a:spcPct val="110000"/>
        </a:lnSpc>
        <a:spcBef>
          <a:spcPts val="1200"/>
        </a:spcBef>
        <a:buFont typeface="Arial" panose="020B0604020202020204" pitchFamily="34" charset="0"/>
        <a:buChar char="•"/>
        <a:tabLst/>
        <a:defRPr sz="1800" b="0" i="0" kern="1200" spc="0" normalizeH="0" baseline="0">
          <a:solidFill>
            <a:schemeClr val="tx1"/>
          </a:solidFill>
          <a:latin typeface="+mn-lt"/>
          <a:ea typeface="+mn-ea"/>
          <a:cs typeface="Arial" panose="020B0604020202020204" pitchFamily="34" charset="0"/>
        </a:defRPr>
      </a:lvl2pPr>
      <a:lvl3pPr marL="1085850" indent="-285750" algn="l" defTabSz="914377" rtl="0" eaLnBrk="1" latinLnBrk="0" hangingPunct="1">
        <a:lnSpc>
          <a:spcPct val="110000"/>
        </a:lnSpc>
        <a:spcBef>
          <a:spcPts val="1200"/>
        </a:spcBef>
        <a:buFont typeface="Arial" panose="020B0604020202020204" pitchFamily="34" charset="0"/>
        <a:buChar char="•"/>
        <a:tabLst/>
        <a:defRPr sz="1800" b="0" i="0" kern="1200" spc="0" normalizeH="0" baseline="0">
          <a:solidFill>
            <a:schemeClr val="tx1"/>
          </a:solidFill>
          <a:latin typeface="+mn-lt"/>
          <a:ea typeface="+mn-ea"/>
          <a:cs typeface="Arial" panose="020B0604020202020204" pitchFamily="34" charset="0"/>
        </a:defRPr>
      </a:lvl3pPr>
      <a:lvl4pPr marL="1543050" indent="-285750" algn="l" defTabSz="914377" rtl="0" eaLnBrk="1" latinLnBrk="0" hangingPunct="1">
        <a:lnSpc>
          <a:spcPct val="110000"/>
        </a:lnSpc>
        <a:spcBef>
          <a:spcPts val="1200"/>
        </a:spcBef>
        <a:buFont typeface="Arial" panose="020B0604020202020204" pitchFamily="34" charset="0"/>
        <a:buChar char="•"/>
        <a:tabLst/>
        <a:defRPr sz="1800" b="0" i="0" kern="1200" spc="0" normalizeH="0" baseline="0">
          <a:solidFill>
            <a:schemeClr val="tx1"/>
          </a:solidFill>
          <a:latin typeface="+mn-lt"/>
          <a:ea typeface="+mn-ea"/>
          <a:cs typeface="Arial" panose="020B0604020202020204" pitchFamily="34" charset="0"/>
        </a:defRPr>
      </a:lvl4pPr>
      <a:lvl5pPr marL="2001838" indent="-285750" algn="l" defTabSz="914377" rtl="0" eaLnBrk="1" latinLnBrk="0" hangingPunct="1">
        <a:lnSpc>
          <a:spcPct val="110000"/>
        </a:lnSpc>
        <a:spcBef>
          <a:spcPts val="1200"/>
        </a:spcBef>
        <a:buFont typeface="Arial" panose="020B0604020202020204" pitchFamily="34" charset="0"/>
        <a:buChar char="•"/>
        <a:tabLst/>
        <a:defRPr sz="1800" b="0" i="0" kern="1200" spc="0" normalizeH="0" baseline="0">
          <a:solidFill>
            <a:schemeClr val="tx1"/>
          </a:solidFill>
          <a:latin typeface="+mn-lt"/>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88" userDrawn="1">
          <p15:clr>
            <a:srgbClr val="F26B43"/>
          </p15:clr>
        </p15:guide>
        <p15:guide id="2" pos="384" userDrawn="1">
          <p15:clr>
            <a:srgbClr val="F26B43"/>
          </p15:clr>
        </p15:guide>
        <p15:guide id="3" orient="horz" pos="3888" userDrawn="1">
          <p15:clr>
            <a:srgbClr val="F26B43"/>
          </p15:clr>
        </p15:guide>
        <p15:guide id="4" pos="7296" userDrawn="1">
          <p15:clr>
            <a:srgbClr val="F26B43"/>
          </p15:clr>
        </p15:guide>
        <p15:guide id="5" pos="3840" userDrawn="1">
          <p15:clr>
            <a:srgbClr val="F26B43"/>
          </p15:clr>
        </p15:guide>
        <p15:guide id="6" pos="960" userDrawn="1">
          <p15:clr>
            <a:srgbClr val="F26B43"/>
          </p15:clr>
        </p15:guide>
        <p15:guide id="7" orient="horz" pos="2160" userDrawn="1">
          <p15:clr>
            <a:srgbClr val="F26B43"/>
          </p15:clr>
        </p15:guide>
        <p15:guide id="8" pos="2688" userDrawn="1">
          <p15:clr>
            <a:srgbClr val="F26B43"/>
          </p15:clr>
        </p15:guide>
        <p15:guide id="9" pos="4992" userDrawn="1">
          <p15:clr>
            <a:srgbClr val="F26B43"/>
          </p15:clr>
        </p15:guide>
        <p15:guide id="10" orient="horz" pos="1008" userDrawn="1">
          <p15:clr>
            <a:srgbClr val="F26B43"/>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7794E3F4-18E5-52A0-16E9-81823AFB6E40}"/>
              </a:ext>
            </a:extLst>
          </p:cNvPr>
          <p:cNvGraphicFramePr>
            <a:graphicFrameLocks noChangeAspect="1"/>
          </p:cNvGraphicFramePr>
          <p:nvPr userDrawn="1">
            <p:custDataLst>
              <p:tags r:id="rId3"/>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4" imgW="7772400" imgH="10058400" progId="TCLayout.ActiveDocument.1">
                  <p:embed/>
                </p:oleObj>
              </mc:Choice>
              <mc:Fallback>
                <p:oleObj name="think-cell Slide" r:id="rId4" imgW="7772400" imgH="10058400" progId="TCLayout.ActiveDocument.1">
                  <p:embed/>
                  <p:pic>
                    <p:nvPicPr>
                      <p:cNvPr id="8" name="think-cell data - do not delete" hidden="1">
                        <a:extLst>
                          <a:ext uri="{FF2B5EF4-FFF2-40B4-BE49-F238E27FC236}">
                            <a16:creationId xmlns:a16="http://schemas.microsoft.com/office/drawing/2014/main" id="{7794E3F4-18E5-52A0-16E9-81823AFB6E40}"/>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Placeholder 1"/>
          <p:cNvSpPr>
            <a:spLocks noGrp="1"/>
          </p:cNvSpPr>
          <p:nvPr>
            <p:ph type="title"/>
          </p:nvPr>
        </p:nvSpPr>
        <p:spPr>
          <a:xfrm>
            <a:off x="609600" y="800100"/>
            <a:ext cx="10972800" cy="685800"/>
          </a:xfrm>
          <a:prstGeom prst="rect">
            <a:avLst/>
          </a:prstGeom>
        </p:spPr>
        <p:txBody>
          <a:bodyPr vert="horz" lIns="91440" tIns="45720" rIns="91440" bIns="45720" rtlCol="0" anchor="ctr">
            <a:normAutofit/>
          </a:bodyPr>
          <a:lstStyle/>
          <a:p>
            <a:r>
              <a:rPr lang="en-US" dirty="0"/>
              <a:t>Slide title</a:t>
            </a:r>
          </a:p>
        </p:txBody>
      </p:sp>
      <p:sp>
        <p:nvSpPr>
          <p:cNvPr id="3" name="Text Placeholder 2"/>
          <p:cNvSpPr>
            <a:spLocks noGrp="1"/>
          </p:cNvSpPr>
          <p:nvPr>
            <p:ph type="body" idx="1"/>
          </p:nvPr>
        </p:nvSpPr>
        <p:spPr>
          <a:xfrm>
            <a:off x="609600" y="1600200"/>
            <a:ext cx="10972800" cy="4572000"/>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609600" y="6400800"/>
            <a:ext cx="2971800" cy="320676"/>
          </a:xfrm>
          <a:prstGeom prst="rect">
            <a:avLst/>
          </a:prstGeom>
        </p:spPr>
        <p:txBody>
          <a:bodyPr vert="horz" lIns="91440" tIns="45720" rIns="91440" bIns="45720" rtlCol="0" anchor="ctr"/>
          <a:lstStyle>
            <a:lvl1pPr algn="l">
              <a:defRPr sz="1200">
                <a:solidFill>
                  <a:schemeClr val="tx1">
                    <a:tint val="82000"/>
                  </a:schemeClr>
                </a:solidFill>
              </a:defRPr>
            </a:lvl1pPr>
          </a:lstStyle>
          <a:p>
            <a:fld id="{2E405B87-0B1C-464B-928F-AA5E9D282D70}" type="datetimeFigureOut">
              <a:rPr lang="en-US" smtClean="0"/>
              <a:t>11/17/2025</a:t>
            </a:fld>
            <a:endParaRPr lang="en-US"/>
          </a:p>
        </p:txBody>
      </p:sp>
      <p:sp>
        <p:nvSpPr>
          <p:cNvPr id="5" name="Footer Placeholder 4"/>
          <p:cNvSpPr>
            <a:spLocks noGrp="1"/>
          </p:cNvSpPr>
          <p:nvPr>
            <p:ph type="ftr" sz="quarter" idx="3"/>
          </p:nvPr>
        </p:nvSpPr>
        <p:spPr>
          <a:xfrm>
            <a:off x="3700780" y="6400800"/>
            <a:ext cx="4790440" cy="320676"/>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9154160" y="6400800"/>
            <a:ext cx="2428240" cy="320676"/>
          </a:xfrm>
          <a:prstGeom prst="rect">
            <a:avLst/>
          </a:prstGeom>
        </p:spPr>
        <p:txBody>
          <a:bodyPr vert="horz" lIns="91440" tIns="45720" rIns="91440" bIns="45720" rtlCol="0" anchor="ctr"/>
          <a:lstStyle>
            <a:lvl1pPr algn="r">
              <a:defRPr sz="1200">
                <a:solidFill>
                  <a:schemeClr val="tx1">
                    <a:tint val="82000"/>
                  </a:schemeClr>
                </a:solidFill>
              </a:defRPr>
            </a:lvl1pPr>
          </a:lstStyle>
          <a:p>
            <a:fld id="{D9AD4B2D-25FF-0B46-98A4-87FBB723E472}" type="slidenum">
              <a:rPr lang="en-US" smtClean="0"/>
              <a:t>‹#›</a:t>
            </a:fld>
            <a:endParaRPr lang="en-US"/>
          </a:p>
        </p:txBody>
      </p:sp>
    </p:spTree>
    <p:extLst>
      <p:ext uri="{BB962C8B-B14F-4D97-AF65-F5344CB8AC3E}">
        <p14:creationId xmlns:p14="http://schemas.microsoft.com/office/powerpoint/2010/main" val="515913321"/>
      </p:ext>
    </p:extLst>
  </p:cSld>
  <p:clrMap bg1="lt1" tx1="dk1" bg2="lt2" tx2="dk2" accent1="accent1" accent2="accent2" accent3="accent3" accent4="accent4" accent5="accent5" accent6="accent6" hlink="hlink" folHlink="folHlink"/>
  <p:sldLayoutIdLst>
    <p:sldLayoutId id="2147483673" r:id="rId1"/>
  </p:sldLayoutIdLst>
  <p:txStyles>
    <p:titleStyle>
      <a:lvl1pPr algn="l" defTabSz="914377" rtl="0" eaLnBrk="1" latinLnBrk="0" hangingPunct="1">
        <a:lnSpc>
          <a:spcPct val="100000"/>
        </a:lnSpc>
        <a:spcBef>
          <a:spcPct val="0"/>
        </a:spcBef>
        <a:buNone/>
        <a:defRPr sz="2600" b="1" i="0" kern="1200">
          <a:solidFill>
            <a:schemeClr val="tx1"/>
          </a:solidFill>
          <a:latin typeface="+mj-lt"/>
          <a:ea typeface="+mj-ea"/>
          <a:cs typeface="+mj-cs"/>
        </a:defRPr>
      </a:lvl1pPr>
    </p:titleStyle>
    <p:bodyStyle>
      <a:lvl1pPr marL="296863" indent="-285750" algn="l" defTabSz="914377" rtl="0" eaLnBrk="1" latinLnBrk="0" hangingPunct="1">
        <a:lnSpc>
          <a:spcPct val="110000"/>
        </a:lnSpc>
        <a:spcBef>
          <a:spcPts val="1200"/>
        </a:spcBef>
        <a:buFont typeface="Arial" panose="020B0604020202020204" pitchFamily="34" charset="0"/>
        <a:buChar char="•"/>
        <a:tabLst/>
        <a:defRPr sz="1800" b="0" i="0" kern="1200" spc="0" normalizeH="0" baseline="0">
          <a:solidFill>
            <a:schemeClr val="tx1"/>
          </a:solidFill>
          <a:latin typeface="+mn-lt"/>
          <a:ea typeface="+mn-ea"/>
          <a:cs typeface="Arial" panose="020B0604020202020204" pitchFamily="34" charset="0"/>
        </a:defRPr>
      </a:lvl1pPr>
      <a:lvl2pPr marL="628650" indent="-285750" algn="l" defTabSz="914377" rtl="0" eaLnBrk="1" latinLnBrk="0" hangingPunct="1">
        <a:lnSpc>
          <a:spcPct val="110000"/>
        </a:lnSpc>
        <a:spcBef>
          <a:spcPts val="1200"/>
        </a:spcBef>
        <a:buFont typeface="Arial" panose="020B0604020202020204" pitchFamily="34" charset="0"/>
        <a:buChar char="•"/>
        <a:tabLst/>
        <a:defRPr sz="1800" b="0" i="0" kern="1200" spc="0" normalizeH="0" baseline="0">
          <a:solidFill>
            <a:schemeClr val="tx1"/>
          </a:solidFill>
          <a:latin typeface="+mn-lt"/>
          <a:ea typeface="+mn-ea"/>
          <a:cs typeface="Arial" panose="020B0604020202020204" pitchFamily="34" charset="0"/>
        </a:defRPr>
      </a:lvl2pPr>
      <a:lvl3pPr marL="1085850" indent="-285750" algn="l" defTabSz="914377" rtl="0" eaLnBrk="1" latinLnBrk="0" hangingPunct="1">
        <a:lnSpc>
          <a:spcPct val="110000"/>
        </a:lnSpc>
        <a:spcBef>
          <a:spcPts val="1200"/>
        </a:spcBef>
        <a:buFont typeface="Arial" panose="020B0604020202020204" pitchFamily="34" charset="0"/>
        <a:buChar char="•"/>
        <a:tabLst/>
        <a:defRPr sz="1800" b="0" i="0" kern="1200" spc="0" normalizeH="0" baseline="0">
          <a:solidFill>
            <a:schemeClr val="tx1"/>
          </a:solidFill>
          <a:latin typeface="+mn-lt"/>
          <a:ea typeface="+mn-ea"/>
          <a:cs typeface="Arial" panose="020B0604020202020204" pitchFamily="34" charset="0"/>
        </a:defRPr>
      </a:lvl3pPr>
      <a:lvl4pPr marL="1543050" indent="-285750" algn="l" defTabSz="914377" rtl="0" eaLnBrk="1" latinLnBrk="0" hangingPunct="1">
        <a:lnSpc>
          <a:spcPct val="110000"/>
        </a:lnSpc>
        <a:spcBef>
          <a:spcPts val="1200"/>
        </a:spcBef>
        <a:buFont typeface="Arial" panose="020B0604020202020204" pitchFamily="34" charset="0"/>
        <a:buChar char="•"/>
        <a:tabLst/>
        <a:defRPr sz="1800" b="0" i="0" kern="1200" spc="0" normalizeH="0" baseline="0">
          <a:solidFill>
            <a:schemeClr val="tx1"/>
          </a:solidFill>
          <a:latin typeface="+mn-lt"/>
          <a:ea typeface="+mn-ea"/>
          <a:cs typeface="Arial" panose="020B0604020202020204" pitchFamily="34" charset="0"/>
        </a:defRPr>
      </a:lvl4pPr>
      <a:lvl5pPr marL="2001838" indent="-285750" algn="l" defTabSz="914377" rtl="0" eaLnBrk="1" latinLnBrk="0" hangingPunct="1">
        <a:lnSpc>
          <a:spcPct val="110000"/>
        </a:lnSpc>
        <a:spcBef>
          <a:spcPts val="1200"/>
        </a:spcBef>
        <a:buFont typeface="Arial" panose="020B0604020202020204" pitchFamily="34" charset="0"/>
        <a:buChar char="•"/>
        <a:tabLst/>
        <a:defRPr sz="1800" b="0" i="0" kern="1200" spc="0" normalizeH="0" baseline="0">
          <a:solidFill>
            <a:schemeClr val="tx1"/>
          </a:solidFill>
          <a:latin typeface="+mn-lt"/>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88" userDrawn="1">
          <p15:clr>
            <a:srgbClr val="F26B43"/>
          </p15:clr>
        </p15:guide>
        <p15:guide id="2" pos="384" userDrawn="1">
          <p15:clr>
            <a:srgbClr val="F26B43"/>
          </p15:clr>
        </p15:guide>
        <p15:guide id="3" orient="horz" pos="3888" userDrawn="1">
          <p15:clr>
            <a:srgbClr val="F26B43"/>
          </p15:clr>
        </p15:guide>
        <p15:guide id="4" pos="7296" userDrawn="1">
          <p15:clr>
            <a:srgbClr val="F26B43"/>
          </p15:clr>
        </p15:guide>
        <p15:guide id="5" pos="3840" userDrawn="1">
          <p15:clr>
            <a:srgbClr val="F26B43"/>
          </p15:clr>
        </p15:guide>
        <p15:guide id="6" pos="960" userDrawn="1">
          <p15:clr>
            <a:srgbClr val="F26B43"/>
          </p15:clr>
        </p15:guide>
        <p15:guide id="7" orient="horz" pos="2160" userDrawn="1">
          <p15:clr>
            <a:srgbClr val="F26B43"/>
          </p15:clr>
        </p15:guide>
        <p15:guide id="8" pos="2688" userDrawn="1">
          <p15:clr>
            <a:srgbClr val="F26B43"/>
          </p15:clr>
        </p15:guide>
        <p15:guide id="9" pos="4992" userDrawn="1">
          <p15:clr>
            <a:srgbClr val="F26B43"/>
          </p15:clr>
        </p15:guide>
        <p15:guide id="10" orient="horz" pos="1008" userDrawn="1">
          <p15:clr>
            <a:srgbClr val="F26B43"/>
          </p15:clr>
        </p15:guide>
      </p15:sldGuideLst>
    </p:ext>
  </p:extLst>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7794E3F4-18E5-52A0-16E9-81823AFB6E40}"/>
              </a:ext>
            </a:extLst>
          </p:cNvPr>
          <p:cNvGraphicFramePr>
            <a:graphicFrameLocks noChangeAspect="1"/>
          </p:cNvGraphicFramePr>
          <p:nvPr userDrawn="1">
            <p:custDataLst>
              <p:tags r:id="rId3"/>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4" imgW="7772400" imgH="10058400" progId="TCLayout.ActiveDocument.1">
                  <p:embed/>
                </p:oleObj>
              </mc:Choice>
              <mc:Fallback>
                <p:oleObj name="think-cell Slide" r:id="rId4" imgW="7772400" imgH="10058400" progId="TCLayout.ActiveDocument.1">
                  <p:embed/>
                  <p:pic>
                    <p:nvPicPr>
                      <p:cNvPr id="8" name="think-cell data - do not delete" hidden="1">
                        <a:extLst>
                          <a:ext uri="{FF2B5EF4-FFF2-40B4-BE49-F238E27FC236}">
                            <a16:creationId xmlns:a16="http://schemas.microsoft.com/office/drawing/2014/main" id="{7794E3F4-18E5-52A0-16E9-81823AFB6E40}"/>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Placeholder 1"/>
          <p:cNvSpPr>
            <a:spLocks noGrp="1"/>
          </p:cNvSpPr>
          <p:nvPr>
            <p:ph type="title"/>
          </p:nvPr>
        </p:nvSpPr>
        <p:spPr>
          <a:xfrm>
            <a:off x="609600" y="800100"/>
            <a:ext cx="10972800" cy="685800"/>
          </a:xfrm>
          <a:prstGeom prst="rect">
            <a:avLst/>
          </a:prstGeom>
        </p:spPr>
        <p:txBody>
          <a:bodyPr vert="horz" lIns="91440" tIns="45720" rIns="91440" bIns="45720" rtlCol="0" anchor="ctr">
            <a:normAutofit/>
          </a:bodyPr>
          <a:lstStyle/>
          <a:p>
            <a:r>
              <a:rPr lang="en-US" dirty="0"/>
              <a:t>Slide title</a:t>
            </a:r>
          </a:p>
        </p:txBody>
      </p:sp>
      <p:sp>
        <p:nvSpPr>
          <p:cNvPr id="3" name="Text Placeholder 2"/>
          <p:cNvSpPr>
            <a:spLocks noGrp="1"/>
          </p:cNvSpPr>
          <p:nvPr>
            <p:ph type="body" idx="1"/>
          </p:nvPr>
        </p:nvSpPr>
        <p:spPr>
          <a:xfrm>
            <a:off x="609600" y="1600200"/>
            <a:ext cx="10972800" cy="4572000"/>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609600" y="6400800"/>
            <a:ext cx="2971800" cy="320676"/>
          </a:xfrm>
          <a:prstGeom prst="rect">
            <a:avLst/>
          </a:prstGeom>
        </p:spPr>
        <p:txBody>
          <a:bodyPr vert="horz" lIns="91440" tIns="45720" rIns="91440" bIns="45720" rtlCol="0" anchor="ctr"/>
          <a:lstStyle>
            <a:lvl1pPr algn="l">
              <a:defRPr sz="1200">
                <a:solidFill>
                  <a:schemeClr val="tx1">
                    <a:tint val="82000"/>
                  </a:schemeClr>
                </a:solidFill>
              </a:defRPr>
            </a:lvl1pPr>
          </a:lstStyle>
          <a:p>
            <a:fld id="{2E405B87-0B1C-464B-928F-AA5E9D282D70}" type="datetimeFigureOut">
              <a:rPr lang="en-US" smtClean="0"/>
              <a:t>11/17/2025</a:t>
            </a:fld>
            <a:endParaRPr lang="en-US"/>
          </a:p>
        </p:txBody>
      </p:sp>
      <p:sp>
        <p:nvSpPr>
          <p:cNvPr id="5" name="Footer Placeholder 4"/>
          <p:cNvSpPr>
            <a:spLocks noGrp="1"/>
          </p:cNvSpPr>
          <p:nvPr>
            <p:ph type="ftr" sz="quarter" idx="3"/>
          </p:nvPr>
        </p:nvSpPr>
        <p:spPr>
          <a:xfrm>
            <a:off x="3700780" y="6400800"/>
            <a:ext cx="4790440" cy="320676"/>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9154160" y="6400800"/>
            <a:ext cx="2428240" cy="320676"/>
          </a:xfrm>
          <a:prstGeom prst="rect">
            <a:avLst/>
          </a:prstGeom>
        </p:spPr>
        <p:txBody>
          <a:bodyPr vert="horz" lIns="91440" tIns="45720" rIns="91440" bIns="45720" rtlCol="0" anchor="ctr"/>
          <a:lstStyle>
            <a:lvl1pPr algn="r">
              <a:defRPr sz="1200">
                <a:solidFill>
                  <a:schemeClr val="tx1">
                    <a:tint val="82000"/>
                  </a:schemeClr>
                </a:solidFill>
              </a:defRPr>
            </a:lvl1pPr>
          </a:lstStyle>
          <a:p>
            <a:fld id="{D9AD4B2D-25FF-0B46-98A4-87FBB723E472}" type="slidenum">
              <a:rPr lang="en-US" smtClean="0"/>
              <a:t>‹#›</a:t>
            </a:fld>
            <a:endParaRPr lang="en-US"/>
          </a:p>
        </p:txBody>
      </p:sp>
    </p:spTree>
    <p:extLst>
      <p:ext uri="{BB962C8B-B14F-4D97-AF65-F5344CB8AC3E}">
        <p14:creationId xmlns:p14="http://schemas.microsoft.com/office/powerpoint/2010/main" val="515913321"/>
      </p:ext>
    </p:extLst>
  </p:cSld>
  <p:clrMap bg1="lt1" tx1="dk1" bg2="lt2" tx2="dk2" accent1="accent1" accent2="accent2" accent3="accent3" accent4="accent4" accent5="accent5" accent6="accent6" hlink="hlink" folHlink="folHlink"/>
  <p:sldLayoutIdLst>
    <p:sldLayoutId id="2147483674" r:id="rId1"/>
  </p:sldLayoutIdLst>
  <p:txStyles>
    <p:titleStyle>
      <a:lvl1pPr algn="l" defTabSz="914377" rtl="0" eaLnBrk="1" latinLnBrk="0" hangingPunct="1">
        <a:lnSpc>
          <a:spcPct val="100000"/>
        </a:lnSpc>
        <a:spcBef>
          <a:spcPct val="0"/>
        </a:spcBef>
        <a:buNone/>
        <a:defRPr sz="2600" b="1" i="0" kern="1200">
          <a:solidFill>
            <a:schemeClr val="tx1"/>
          </a:solidFill>
          <a:latin typeface="+mj-lt"/>
          <a:ea typeface="+mj-ea"/>
          <a:cs typeface="+mj-cs"/>
        </a:defRPr>
      </a:lvl1pPr>
    </p:titleStyle>
    <p:bodyStyle>
      <a:lvl1pPr marL="296863" indent="-285750" algn="l" defTabSz="914377" rtl="0" eaLnBrk="1" latinLnBrk="0" hangingPunct="1">
        <a:lnSpc>
          <a:spcPct val="110000"/>
        </a:lnSpc>
        <a:spcBef>
          <a:spcPts val="1200"/>
        </a:spcBef>
        <a:buFont typeface="Arial" panose="020B0604020202020204" pitchFamily="34" charset="0"/>
        <a:buChar char="•"/>
        <a:tabLst/>
        <a:defRPr sz="1800" b="0" i="0" kern="1200" spc="0" normalizeH="0" baseline="0">
          <a:solidFill>
            <a:schemeClr val="tx1"/>
          </a:solidFill>
          <a:latin typeface="+mn-lt"/>
          <a:ea typeface="+mn-ea"/>
          <a:cs typeface="Arial" panose="020B0604020202020204" pitchFamily="34" charset="0"/>
        </a:defRPr>
      </a:lvl1pPr>
      <a:lvl2pPr marL="628650" indent="-285750" algn="l" defTabSz="914377" rtl="0" eaLnBrk="1" latinLnBrk="0" hangingPunct="1">
        <a:lnSpc>
          <a:spcPct val="110000"/>
        </a:lnSpc>
        <a:spcBef>
          <a:spcPts val="1200"/>
        </a:spcBef>
        <a:buFont typeface="Arial" panose="020B0604020202020204" pitchFamily="34" charset="0"/>
        <a:buChar char="•"/>
        <a:tabLst/>
        <a:defRPr sz="1800" b="0" i="0" kern="1200" spc="0" normalizeH="0" baseline="0">
          <a:solidFill>
            <a:schemeClr val="tx1"/>
          </a:solidFill>
          <a:latin typeface="+mn-lt"/>
          <a:ea typeface="+mn-ea"/>
          <a:cs typeface="Arial" panose="020B0604020202020204" pitchFamily="34" charset="0"/>
        </a:defRPr>
      </a:lvl2pPr>
      <a:lvl3pPr marL="1085850" indent="-285750" algn="l" defTabSz="914377" rtl="0" eaLnBrk="1" latinLnBrk="0" hangingPunct="1">
        <a:lnSpc>
          <a:spcPct val="110000"/>
        </a:lnSpc>
        <a:spcBef>
          <a:spcPts val="1200"/>
        </a:spcBef>
        <a:buFont typeface="Arial" panose="020B0604020202020204" pitchFamily="34" charset="0"/>
        <a:buChar char="•"/>
        <a:tabLst/>
        <a:defRPr sz="1800" b="0" i="0" kern="1200" spc="0" normalizeH="0" baseline="0">
          <a:solidFill>
            <a:schemeClr val="tx1"/>
          </a:solidFill>
          <a:latin typeface="+mn-lt"/>
          <a:ea typeface="+mn-ea"/>
          <a:cs typeface="Arial" panose="020B0604020202020204" pitchFamily="34" charset="0"/>
        </a:defRPr>
      </a:lvl3pPr>
      <a:lvl4pPr marL="1543050" indent="-285750" algn="l" defTabSz="914377" rtl="0" eaLnBrk="1" latinLnBrk="0" hangingPunct="1">
        <a:lnSpc>
          <a:spcPct val="110000"/>
        </a:lnSpc>
        <a:spcBef>
          <a:spcPts val="1200"/>
        </a:spcBef>
        <a:buFont typeface="Arial" panose="020B0604020202020204" pitchFamily="34" charset="0"/>
        <a:buChar char="•"/>
        <a:tabLst/>
        <a:defRPr sz="1800" b="0" i="0" kern="1200" spc="0" normalizeH="0" baseline="0">
          <a:solidFill>
            <a:schemeClr val="tx1"/>
          </a:solidFill>
          <a:latin typeface="+mn-lt"/>
          <a:ea typeface="+mn-ea"/>
          <a:cs typeface="Arial" panose="020B0604020202020204" pitchFamily="34" charset="0"/>
        </a:defRPr>
      </a:lvl4pPr>
      <a:lvl5pPr marL="2001838" indent="-285750" algn="l" defTabSz="914377" rtl="0" eaLnBrk="1" latinLnBrk="0" hangingPunct="1">
        <a:lnSpc>
          <a:spcPct val="110000"/>
        </a:lnSpc>
        <a:spcBef>
          <a:spcPts val="1200"/>
        </a:spcBef>
        <a:buFont typeface="Arial" panose="020B0604020202020204" pitchFamily="34" charset="0"/>
        <a:buChar char="•"/>
        <a:tabLst/>
        <a:defRPr sz="1800" b="0" i="0" kern="1200" spc="0" normalizeH="0" baseline="0">
          <a:solidFill>
            <a:schemeClr val="tx1"/>
          </a:solidFill>
          <a:latin typeface="+mn-lt"/>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88" userDrawn="1">
          <p15:clr>
            <a:srgbClr val="F26B43"/>
          </p15:clr>
        </p15:guide>
        <p15:guide id="2" pos="384" userDrawn="1">
          <p15:clr>
            <a:srgbClr val="F26B43"/>
          </p15:clr>
        </p15:guide>
        <p15:guide id="3" orient="horz" pos="3888" userDrawn="1">
          <p15:clr>
            <a:srgbClr val="F26B43"/>
          </p15:clr>
        </p15:guide>
        <p15:guide id="4" pos="7296" userDrawn="1">
          <p15:clr>
            <a:srgbClr val="F26B43"/>
          </p15:clr>
        </p15:guide>
        <p15:guide id="5" pos="3840" userDrawn="1">
          <p15:clr>
            <a:srgbClr val="F26B43"/>
          </p15:clr>
        </p15:guide>
        <p15:guide id="6" pos="960" userDrawn="1">
          <p15:clr>
            <a:srgbClr val="F26B43"/>
          </p15:clr>
        </p15:guide>
        <p15:guide id="7" orient="horz" pos="2160" userDrawn="1">
          <p15:clr>
            <a:srgbClr val="F26B43"/>
          </p15:clr>
        </p15:guide>
        <p15:guide id="8" pos="2688" userDrawn="1">
          <p15:clr>
            <a:srgbClr val="F26B43"/>
          </p15:clr>
        </p15:guide>
        <p15:guide id="9" pos="4992" userDrawn="1">
          <p15:clr>
            <a:srgbClr val="F26B43"/>
          </p15:clr>
        </p15:guide>
        <p15:guide id="10" orient="horz" pos="1008" userDrawn="1">
          <p15:clr>
            <a:srgbClr val="F26B43"/>
          </p15:clr>
        </p15:guide>
      </p15:sldGuideLst>
    </p:ext>
  </p:extLst>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7794E3F4-18E5-52A0-16E9-81823AFB6E40}"/>
              </a:ext>
            </a:extLst>
          </p:cNvPr>
          <p:cNvGraphicFramePr>
            <a:graphicFrameLocks noChangeAspect="1"/>
          </p:cNvGraphicFramePr>
          <p:nvPr userDrawn="1">
            <p:custDataLst>
              <p:tags r:id="rId3"/>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4" imgW="7772400" imgH="10058400" progId="TCLayout.ActiveDocument.1">
                  <p:embed/>
                </p:oleObj>
              </mc:Choice>
              <mc:Fallback>
                <p:oleObj name="think-cell Slide" r:id="rId4" imgW="7772400" imgH="10058400" progId="TCLayout.ActiveDocument.1">
                  <p:embed/>
                  <p:pic>
                    <p:nvPicPr>
                      <p:cNvPr id="8" name="think-cell data - do not delete" hidden="1">
                        <a:extLst>
                          <a:ext uri="{FF2B5EF4-FFF2-40B4-BE49-F238E27FC236}">
                            <a16:creationId xmlns:a16="http://schemas.microsoft.com/office/drawing/2014/main" id="{7794E3F4-18E5-52A0-16E9-81823AFB6E40}"/>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Placeholder 1"/>
          <p:cNvSpPr>
            <a:spLocks noGrp="1"/>
          </p:cNvSpPr>
          <p:nvPr>
            <p:ph type="title"/>
          </p:nvPr>
        </p:nvSpPr>
        <p:spPr>
          <a:xfrm>
            <a:off x="609600" y="800100"/>
            <a:ext cx="10972800" cy="685800"/>
          </a:xfrm>
          <a:prstGeom prst="rect">
            <a:avLst/>
          </a:prstGeom>
        </p:spPr>
        <p:txBody>
          <a:bodyPr vert="horz" lIns="91440" tIns="45720" rIns="91440" bIns="45720" rtlCol="0" anchor="ctr">
            <a:normAutofit/>
          </a:bodyPr>
          <a:lstStyle/>
          <a:p>
            <a:r>
              <a:rPr lang="en-US" dirty="0"/>
              <a:t>Slide title</a:t>
            </a:r>
          </a:p>
        </p:txBody>
      </p:sp>
      <p:sp>
        <p:nvSpPr>
          <p:cNvPr id="3" name="Text Placeholder 2"/>
          <p:cNvSpPr>
            <a:spLocks noGrp="1"/>
          </p:cNvSpPr>
          <p:nvPr>
            <p:ph type="body" idx="1"/>
          </p:nvPr>
        </p:nvSpPr>
        <p:spPr>
          <a:xfrm>
            <a:off x="609600" y="1600200"/>
            <a:ext cx="10972800" cy="4572000"/>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609600" y="6400800"/>
            <a:ext cx="2971800" cy="320676"/>
          </a:xfrm>
          <a:prstGeom prst="rect">
            <a:avLst/>
          </a:prstGeom>
        </p:spPr>
        <p:txBody>
          <a:bodyPr vert="horz" lIns="91440" tIns="45720" rIns="91440" bIns="45720" rtlCol="0" anchor="ctr"/>
          <a:lstStyle>
            <a:lvl1pPr algn="l">
              <a:defRPr sz="1200">
                <a:solidFill>
                  <a:schemeClr val="tx1">
                    <a:tint val="82000"/>
                  </a:schemeClr>
                </a:solidFill>
              </a:defRPr>
            </a:lvl1pPr>
          </a:lstStyle>
          <a:p>
            <a:fld id="{2E405B87-0B1C-464B-928F-AA5E9D282D70}" type="datetimeFigureOut">
              <a:rPr lang="en-US" smtClean="0"/>
              <a:t>11/17/2025</a:t>
            </a:fld>
            <a:endParaRPr lang="en-US"/>
          </a:p>
        </p:txBody>
      </p:sp>
      <p:sp>
        <p:nvSpPr>
          <p:cNvPr id="5" name="Footer Placeholder 4"/>
          <p:cNvSpPr>
            <a:spLocks noGrp="1"/>
          </p:cNvSpPr>
          <p:nvPr>
            <p:ph type="ftr" sz="quarter" idx="3"/>
          </p:nvPr>
        </p:nvSpPr>
        <p:spPr>
          <a:xfrm>
            <a:off x="3700780" y="6400800"/>
            <a:ext cx="4790440" cy="320676"/>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9154160" y="6400800"/>
            <a:ext cx="2428240" cy="320676"/>
          </a:xfrm>
          <a:prstGeom prst="rect">
            <a:avLst/>
          </a:prstGeom>
        </p:spPr>
        <p:txBody>
          <a:bodyPr vert="horz" lIns="91440" tIns="45720" rIns="91440" bIns="45720" rtlCol="0" anchor="ctr"/>
          <a:lstStyle>
            <a:lvl1pPr algn="r">
              <a:defRPr sz="1200">
                <a:solidFill>
                  <a:schemeClr val="tx1">
                    <a:tint val="82000"/>
                  </a:schemeClr>
                </a:solidFill>
              </a:defRPr>
            </a:lvl1pPr>
          </a:lstStyle>
          <a:p>
            <a:fld id="{D9AD4B2D-25FF-0B46-98A4-87FBB723E472}" type="slidenum">
              <a:rPr lang="en-US" smtClean="0"/>
              <a:t>‹#›</a:t>
            </a:fld>
            <a:endParaRPr lang="en-US"/>
          </a:p>
        </p:txBody>
      </p:sp>
    </p:spTree>
    <p:extLst>
      <p:ext uri="{BB962C8B-B14F-4D97-AF65-F5344CB8AC3E}">
        <p14:creationId xmlns:p14="http://schemas.microsoft.com/office/powerpoint/2010/main" val="515913321"/>
      </p:ext>
    </p:extLst>
  </p:cSld>
  <p:clrMap bg1="lt1" tx1="dk1" bg2="lt2" tx2="dk2" accent1="accent1" accent2="accent2" accent3="accent3" accent4="accent4" accent5="accent5" accent6="accent6" hlink="hlink" folHlink="folHlink"/>
  <p:sldLayoutIdLst>
    <p:sldLayoutId id="2147483675" r:id="rId1"/>
  </p:sldLayoutIdLst>
  <p:txStyles>
    <p:titleStyle>
      <a:lvl1pPr algn="l" defTabSz="914377" rtl="0" eaLnBrk="1" latinLnBrk="0" hangingPunct="1">
        <a:lnSpc>
          <a:spcPct val="100000"/>
        </a:lnSpc>
        <a:spcBef>
          <a:spcPct val="0"/>
        </a:spcBef>
        <a:buNone/>
        <a:defRPr sz="2600" b="1" i="0" kern="1200">
          <a:solidFill>
            <a:schemeClr val="tx1"/>
          </a:solidFill>
          <a:latin typeface="+mj-lt"/>
          <a:ea typeface="+mj-ea"/>
          <a:cs typeface="+mj-cs"/>
        </a:defRPr>
      </a:lvl1pPr>
    </p:titleStyle>
    <p:bodyStyle>
      <a:lvl1pPr marL="296863" indent="-285750" algn="l" defTabSz="914377" rtl="0" eaLnBrk="1" latinLnBrk="0" hangingPunct="1">
        <a:lnSpc>
          <a:spcPct val="110000"/>
        </a:lnSpc>
        <a:spcBef>
          <a:spcPts val="1200"/>
        </a:spcBef>
        <a:buFont typeface="Arial" panose="020B0604020202020204" pitchFamily="34" charset="0"/>
        <a:buChar char="•"/>
        <a:tabLst/>
        <a:defRPr sz="1800" b="0" i="0" kern="1200" spc="0" normalizeH="0" baseline="0">
          <a:solidFill>
            <a:schemeClr val="tx1"/>
          </a:solidFill>
          <a:latin typeface="+mn-lt"/>
          <a:ea typeface="+mn-ea"/>
          <a:cs typeface="Arial" panose="020B0604020202020204" pitchFamily="34" charset="0"/>
        </a:defRPr>
      </a:lvl1pPr>
      <a:lvl2pPr marL="628650" indent="-285750" algn="l" defTabSz="914377" rtl="0" eaLnBrk="1" latinLnBrk="0" hangingPunct="1">
        <a:lnSpc>
          <a:spcPct val="110000"/>
        </a:lnSpc>
        <a:spcBef>
          <a:spcPts val="1200"/>
        </a:spcBef>
        <a:buFont typeface="Arial" panose="020B0604020202020204" pitchFamily="34" charset="0"/>
        <a:buChar char="•"/>
        <a:tabLst/>
        <a:defRPr sz="1800" b="0" i="0" kern="1200" spc="0" normalizeH="0" baseline="0">
          <a:solidFill>
            <a:schemeClr val="tx1"/>
          </a:solidFill>
          <a:latin typeface="+mn-lt"/>
          <a:ea typeface="+mn-ea"/>
          <a:cs typeface="Arial" panose="020B0604020202020204" pitchFamily="34" charset="0"/>
        </a:defRPr>
      </a:lvl2pPr>
      <a:lvl3pPr marL="1085850" indent="-285750" algn="l" defTabSz="914377" rtl="0" eaLnBrk="1" latinLnBrk="0" hangingPunct="1">
        <a:lnSpc>
          <a:spcPct val="110000"/>
        </a:lnSpc>
        <a:spcBef>
          <a:spcPts val="1200"/>
        </a:spcBef>
        <a:buFont typeface="Arial" panose="020B0604020202020204" pitchFamily="34" charset="0"/>
        <a:buChar char="•"/>
        <a:tabLst/>
        <a:defRPr sz="1800" b="0" i="0" kern="1200" spc="0" normalizeH="0" baseline="0">
          <a:solidFill>
            <a:schemeClr val="tx1"/>
          </a:solidFill>
          <a:latin typeface="+mn-lt"/>
          <a:ea typeface="+mn-ea"/>
          <a:cs typeface="Arial" panose="020B0604020202020204" pitchFamily="34" charset="0"/>
        </a:defRPr>
      </a:lvl3pPr>
      <a:lvl4pPr marL="1543050" indent="-285750" algn="l" defTabSz="914377" rtl="0" eaLnBrk="1" latinLnBrk="0" hangingPunct="1">
        <a:lnSpc>
          <a:spcPct val="110000"/>
        </a:lnSpc>
        <a:spcBef>
          <a:spcPts val="1200"/>
        </a:spcBef>
        <a:buFont typeface="Arial" panose="020B0604020202020204" pitchFamily="34" charset="0"/>
        <a:buChar char="•"/>
        <a:tabLst/>
        <a:defRPr sz="1800" b="0" i="0" kern="1200" spc="0" normalizeH="0" baseline="0">
          <a:solidFill>
            <a:schemeClr val="tx1"/>
          </a:solidFill>
          <a:latin typeface="+mn-lt"/>
          <a:ea typeface="+mn-ea"/>
          <a:cs typeface="Arial" panose="020B0604020202020204" pitchFamily="34" charset="0"/>
        </a:defRPr>
      </a:lvl4pPr>
      <a:lvl5pPr marL="2001838" indent="-285750" algn="l" defTabSz="914377" rtl="0" eaLnBrk="1" latinLnBrk="0" hangingPunct="1">
        <a:lnSpc>
          <a:spcPct val="110000"/>
        </a:lnSpc>
        <a:spcBef>
          <a:spcPts val="1200"/>
        </a:spcBef>
        <a:buFont typeface="Arial" panose="020B0604020202020204" pitchFamily="34" charset="0"/>
        <a:buChar char="•"/>
        <a:tabLst/>
        <a:defRPr sz="1800" b="0" i="0" kern="1200" spc="0" normalizeH="0" baseline="0">
          <a:solidFill>
            <a:schemeClr val="tx1"/>
          </a:solidFill>
          <a:latin typeface="+mn-lt"/>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88" userDrawn="1">
          <p15:clr>
            <a:srgbClr val="F26B43"/>
          </p15:clr>
        </p15:guide>
        <p15:guide id="2" pos="384" userDrawn="1">
          <p15:clr>
            <a:srgbClr val="F26B43"/>
          </p15:clr>
        </p15:guide>
        <p15:guide id="3" orient="horz" pos="3888" userDrawn="1">
          <p15:clr>
            <a:srgbClr val="F26B43"/>
          </p15:clr>
        </p15:guide>
        <p15:guide id="4" pos="7296" userDrawn="1">
          <p15:clr>
            <a:srgbClr val="F26B43"/>
          </p15:clr>
        </p15:guide>
        <p15:guide id="5" pos="3840" userDrawn="1">
          <p15:clr>
            <a:srgbClr val="F26B43"/>
          </p15:clr>
        </p15:guide>
        <p15:guide id="6" pos="960" userDrawn="1">
          <p15:clr>
            <a:srgbClr val="F26B43"/>
          </p15:clr>
        </p15:guide>
        <p15:guide id="7" orient="horz" pos="2160" userDrawn="1">
          <p15:clr>
            <a:srgbClr val="F26B43"/>
          </p15:clr>
        </p15:guide>
        <p15:guide id="8" pos="2688" userDrawn="1">
          <p15:clr>
            <a:srgbClr val="F26B43"/>
          </p15:clr>
        </p15:guide>
        <p15:guide id="9" pos="4992" userDrawn="1">
          <p15:clr>
            <a:srgbClr val="F26B43"/>
          </p15:clr>
        </p15:guide>
        <p15:guide id="10" orient="horz" pos="1008" userDrawn="1">
          <p15:clr>
            <a:srgbClr val="F26B43"/>
          </p15:clr>
        </p15:guide>
      </p15:sldGuideLst>
    </p:ext>
  </p:extLst>
</p:sldMaster>
</file>

<file path=ppt/slideMasters/slideMaster8.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7794E3F4-18E5-52A0-16E9-81823AFB6E40}"/>
              </a:ext>
            </a:extLst>
          </p:cNvPr>
          <p:cNvGraphicFramePr>
            <a:graphicFrameLocks noChangeAspect="1"/>
          </p:cNvGraphicFramePr>
          <p:nvPr userDrawn="1">
            <p:custDataLst>
              <p:tags r:id="rId3"/>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4" imgW="7772400" imgH="10058400" progId="TCLayout.ActiveDocument.1">
                  <p:embed/>
                </p:oleObj>
              </mc:Choice>
              <mc:Fallback>
                <p:oleObj name="think-cell Slide" r:id="rId4" imgW="7772400" imgH="10058400" progId="TCLayout.ActiveDocument.1">
                  <p:embed/>
                  <p:pic>
                    <p:nvPicPr>
                      <p:cNvPr id="8" name="think-cell data - do not delete" hidden="1">
                        <a:extLst>
                          <a:ext uri="{FF2B5EF4-FFF2-40B4-BE49-F238E27FC236}">
                            <a16:creationId xmlns:a16="http://schemas.microsoft.com/office/drawing/2014/main" id="{7794E3F4-18E5-52A0-16E9-81823AFB6E40}"/>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Placeholder 1"/>
          <p:cNvSpPr>
            <a:spLocks noGrp="1"/>
          </p:cNvSpPr>
          <p:nvPr>
            <p:ph type="title"/>
          </p:nvPr>
        </p:nvSpPr>
        <p:spPr>
          <a:xfrm>
            <a:off x="609600" y="800100"/>
            <a:ext cx="10972800" cy="685800"/>
          </a:xfrm>
          <a:prstGeom prst="rect">
            <a:avLst/>
          </a:prstGeom>
        </p:spPr>
        <p:txBody>
          <a:bodyPr vert="horz" lIns="91440" tIns="45720" rIns="91440" bIns="45720" rtlCol="0" anchor="ctr">
            <a:normAutofit/>
          </a:bodyPr>
          <a:lstStyle/>
          <a:p>
            <a:r>
              <a:rPr lang="en-US" dirty="0"/>
              <a:t>Slide title</a:t>
            </a:r>
          </a:p>
        </p:txBody>
      </p:sp>
      <p:sp>
        <p:nvSpPr>
          <p:cNvPr id="3" name="Text Placeholder 2"/>
          <p:cNvSpPr>
            <a:spLocks noGrp="1"/>
          </p:cNvSpPr>
          <p:nvPr>
            <p:ph type="body" idx="1"/>
          </p:nvPr>
        </p:nvSpPr>
        <p:spPr>
          <a:xfrm>
            <a:off x="609600" y="1600200"/>
            <a:ext cx="10972800" cy="4572000"/>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609600" y="6400800"/>
            <a:ext cx="2971800" cy="320676"/>
          </a:xfrm>
          <a:prstGeom prst="rect">
            <a:avLst/>
          </a:prstGeom>
        </p:spPr>
        <p:txBody>
          <a:bodyPr vert="horz" lIns="91440" tIns="45720" rIns="91440" bIns="45720" rtlCol="0" anchor="ctr"/>
          <a:lstStyle>
            <a:lvl1pPr algn="l">
              <a:defRPr sz="1200">
                <a:solidFill>
                  <a:schemeClr val="tx1">
                    <a:tint val="82000"/>
                  </a:schemeClr>
                </a:solidFill>
              </a:defRPr>
            </a:lvl1pPr>
          </a:lstStyle>
          <a:p>
            <a:fld id="{2E405B87-0B1C-464B-928F-AA5E9D282D70}" type="datetimeFigureOut">
              <a:rPr lang="en-US" smtClean="0"/>
              <a:t>11/17/2025</a:t>
            </a:fld>
            <a:endParaRPr lang="en-US"/>
          </a:p>
        </p:txBody>
      </p:sp>
      <p:sp>
        <p:nvSpPr>
          <p:cNvPr id="5" name="Footer Placeholder 4"/>
          <p:cNvSpPr>
            <a:spLocks noGrp="1"/>
          </p:cNvSpPr>
          <p:nvPr>
            <p:ph type="ftr" sz="quarter" idx="3"/>
          </p:nvPr>
        </p:nvSpPr>
        <p:spPr>
          <a:xfrm>
            <a:off x="3700780" y="6400800"/>
            <a:ext cx="4790440" cy="320676"/>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9154160" y="6400800"/>
            <a:ext cx="2428240" cy="320676"/>
          </a:xfrm>
          <a:prstGeom prst="rect">
            <a:avLst/>
          </a:prstGeom>
        </p:spPr>
        <p:txBody>
          <a:bodyPr vert="horz" lIns="91440" tIns="45720" rIns="91440" bIns="45720" rtlCol="0" anchor="ctr"/>
          <a:lstStyle>
            <a:lvl1pPr algn="r">
              <a:defRPr sz="1200">
                <a:solidFill>
                  <a:schemeClr val="tx1">
                    <a:tint val="82000"/>
                  </a:schemeClr>
                </a:solidFill>
              </a:defRPr>
            </a:lvl1pPr>
          </a:lstStyle>
          <a:p>
            <a:fld id="{D9AD4B2D-25FF-0B46-98A4-87FBB723E472}" type="slidenum">
              <a:rPr lang="en-US" smtClean="0"/>
              <a:t>‹#›</a:t>
            </a:fld>
            <a:endParaRPr lang="en-US"/>
          </a:p>
        </p:txBody>
      </p:sp>
    </p:spTree>
    <p:extLst>
      <p:ext uri="{BB962C8B-B14F-4D97-AF65-F5344CB8AC3E}">
        <p14:creationId xmlns:p14="http://schemas.microsoft.com/office/powerpoint/2010/main" val="515913321"/>
      </p:ext>
    </p:extLst>
  </p:cSld>
  <p:clrMap bg1="lt1" tx1="dk1" bg2="lt2" tx2="dk2" accent1="accent1" accent2="accent2" accent3="accent3" accent4="accent4" accent5="accent5" accent6="accent6" hlink="hlink" folHlink="folHlink"/>
  <p:sldLayoutIdLst>
    <p:sldLayoutId id="2147483676" r:id="rId1"/>
  </p:sldLayoutIdLst>
  <p:txStyles>
    <p:titleStyle>
      <a:lvl1pPr algn="l" defTabSz="914377" rtl="0" eaLnBrk="1" latinLnBrk="0" hangingPunct="1">
        <a:lnSpc>
          <a:spcPct val="100000"/>
        </a:lnSpc>
        <a:spcBef>
          <a:spcPct val="0"/>
        </a:spcBef>
        <a:buNone/>
        <a:defRPr sz="2600" b="1" i="0" kern="1200">
          <a:solidFill>
            <a:schemeClr val="tx1"/>
          </a:solidFill>
          <a:latin typeface="+mj-lt"/>
          <a:ea typeface="+mj-ea"/>
          <a:cs typeface="+mj-cs"/>
        </a:defRPr>
      </a:lvl1pPr>
    </p:titleStyle>
    <p:bodyStyle>
      <a:lvl1pPr marL="296863" indent="-285750" algn="l" defTabSz="914377" rtl="0" eaLnBrk="1" latinLnBrk="0" hangingPunct="1">
        <a:lnSpc>
          <a:spcPct val="110000"/>
        </a:lnSpc>
        <a:spcBef>
          <a:spcPts val="1200"/>
        </a:spcBef>
        <a:buFont typeface="Arial" panose="020B0604020202020204" pitchFamily="34" charset="0"/>
        <a:buChar char="•"/>
        <a:tabLst/>
        <a:defRPr sz="1800" b="0" i="0" kern="1200" spc="0" normalizeH="0" baseline="0">
          <a:solidFill>
            <a:schemeClr val="tx1"/>
          </a:solidFill>
          <a:latin typeface="+mn-lt"/>
          <a:ea typeface="+mn-ea"/>
          <a:cs typeface="Arial" panose="020B0604020202020204" pitchFamily="34" charset="0"/>
        </a:defRPr>
      </a:lvl1pPr>
      <a:lvl2pPr marL="628650" indent="-285750" algn="l" defTabSz="914377" rtl="0" eaLnBrk="1" latinLnBrk="0" hangingPunct="1">
        <a:lnSpc>
          <a:spcPct val="110000"/>
        </a:lnSpc>
        <a:spcBef>
          <a:spcPts val="1200"/>
        </a:spcBef>
        <a:buFont typeface="Arial" panose="020B0604020202020204" pitchFamily="34" charset="0"/>
        <a:buChar char="•"/>
        <a:tabLst/>
        <a:defRPr sz="1800" b="0" i="0" kern="1200" spc="0" normalizeH="0" baseline="0">
          <a:solidFill>
            <a:schemeClr val="tx1"/>
          </a:solidFill>
          <a:latin typeface="+mn-lt"/>
          <a:ea typeface="+mn-ea"/>
          <a:cs typeface="Arial" panose="020B0604020202020204" pitchFamily="34" charset="0"/>
        </a:defRPr>
      </a:lvl2pPr>
      <a:lvl3pPr marL="1085850" indent="-285750" algn="l" defTabSz="914377" rtl="0" eaLnBrk="1" latinLnBrk="0" hangingPunct="1">
        <a:lnSpc>
          <a:spcPct val="110000"/>
        </a:lnSpc>
        <a:spcBef>
          <a:spcPts val="1200"/>
        </a:spcBef>
        <a:buFont typeface="Arial" panose="020B0604020202020204" pitchFamily="34" charset="0"/>
        <a:buChar char="•"/>
        <a:tabLst/>
        <a:defRPr sz="1800" b="0" i="0" kern="1200" spc="0" normalizeH="0" baseline="0">
          <a:solidFill>
            <a:schemeClr val="tx1"/>
          </a:solidFill>
          <a:latin typeface="+mn-lt"/>
          <a:ea typeface="+mn-ea"/>
          <a:cs typeface="Arial" panose="020B0604020202020204" pitchFamily="34" charset="0"/>
        </a:defRPr>
      </a:lvl3pPr>
      <a:lvl4pPr marL="1543050" indent="-285750" algn="l" defTabSz="914377" rtl="0" eaLnBrk="1" latinLnBrk="0" hangingPunct="1">
        <a:lnSpc>
          <a:spcPct val="110000"/>
        </a:lnSpc>
        <a:spcBef>
          <a:spcPts val="1200"/>
        </a:spcBef>
        <a:buFont typeface="Arial" panose="020B0604020202020204" pitchFamily="34" charset="0"/>
        <a:buChar char="•"/>
        <a:tabLst/>
        <a:defRPr sz="1800" b="0" i="0" kern="1200" spc="0" normalizeH="0" baseline="0">
          <a:solidFill>
            <a:schemeClr val="tx1"/>
          </a:solidFill>
          <a:latin typeface="+mn-lt"/>
          <a:ea typeface="+mn-ea"/>
          <a:cs typeface="Arial" panose="020B0604020202020204" pitchFamily="34" charset="0"/>
        </a:defRPr>
      </a:lvl4pPr>
      <a:lvl5pPr marL="2001838" indent="-285750" algn="l" defTabSz="914377" rtl="0" eaLnBrk="1" latinLnBrk="0" hangingPunct="1">
        <a:lnSpc>
          <a:spcPct val="110000"/>
        </a:lnSpc>
        <a:spcBef>
          <a:spcPts val="1200"/>
        </a:spcBef>
        <a:buFont typeface="Arial" panose="020B0604020202020204" pitchFamily="34" charset="0"/>
        <a:buChar char="•"/>
        <a:tabLst/>
        <a:defRPr sz="1800" b="0" i="0" kern="1200" spc="0" normalizeH="0" baseline="0">
          <a:solidFill>
            <a:schemeClr val="tx1"/>
          </a:solidFill>
          <a:latin typeface="+mn-lt"/>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88" userDrawn="1">
          <p15:clr>
            <a:srgbClr val="F26B43"/>
          </p15:clr>
        </p15:guide>
        <p15:guide id="2" pos="384" userDrawn="1">
          <p15:clr>
            <a:srgbClr val="F26B43"/>
          </p15:clr>
        </p15:guide>
        <p15:guide id="3" orient="horz" pos="3888" userDrawn="1">
          <p15:clr>
            <a:srgbClr val="F26B43"/>
          </p15:clr>
        </p15:guide>
        <p15:guide id="4" pos="7296" userDrawn="1">
          <p15:clr>
            <a:srgbClr val="F26B43"/>
          </p15:clr>
        </p15:guide>
        <p15:guide id="5" pos="3840" userDrawn="1">
          <p15:clr>
            <a:srgbClr val="F26B43"/>
          </p15:clr>
        </p15:guide>
        <p15:guide id="6" pos="960" userDrawn="1">
          <p15:clr>
            <a:srgbClr val="F26B43"/>
          </p15:clr>
        </p15:guide>
        <p15:guide id="7" orient="horz" pos="2160" userDrawn="1">
          <p15:clr>
            <a:srgbClr val="F26B43"/>
          </p15:clr>
        </p15:guide>
        <p15:guide id="8" pos="2688" userDrawn="1">
          <p15:clr>
            <a:srgbClr val="F26B43"/>
          </p15:clr>
        </p15:guide>
        <p15:guide id="9" pos="4992" userDrawn="1">
          <p15:clr>
            <a:srgbClr val="F26B43"/>
          </p15:clr>
        </p15:guide>
        <p15:guide id="10" orient="horz" pos="1008" userDrawn="1">
          <p15:clr>
            <a:srgbClr val="F26B43"/>
          </p15:clr>
        </p15:guide>
      </p15:sldGuideLst>
    </p:ext>
  </p:extLst>
</p:sldMaster>
</file>

<file path=ppt/slideMasters/slideMaster9.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7794E3F4-18E5-52A0-16E9-81823AFB6E40}"/>
              </a:ext>
            </a:extLst>
          </p:cNvPr>
          <p:cNvGraphicFramePr>
            <a:graphicFrameLocks noChangeAspect="1"/>
          </p:cNvGraphicFramePr>
          <p:nvPr userDrawn="1">
            <p:custDataLst>
              <p:tags r:id="rId3"/>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4" imgW="7772400" imgH="10058400" progId="TCLayout.ActiveDocument.1">
                  <p:embed/>
                </p:oleObj>
              </mc:Choice>
              <mc:Fallback>
                <p:oleObj name="think-cell Slide" r:id="rId4" imgW="7772400" imgH="10058400" progId="TCLayout.ActiveDocument.1">
                  <p:embed/>
                  <p:pic>
                    <p:nvPicPr>
                      <p:cNvPr id="8" name="think-cell data - do not delete" hidden="1">
                        <a:extLst>
                          <a:ext uri="{FF2B5EF4-FFF2-40B4-BE49-F238E27FC236}">
                            <a16:creationId xmlns:a16="http://schemas.microsoft.com/office/drawing/2014/main" id="{7794E3F4-18E5-52A0-16E9-81823AFB6E40}"/>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Placeholder 1"/>
          <p:cNvSpPr>
            <a:spLocks noGrp="1"/>
          </p:cNvSpPr>
          <p:nvPr>
            <p:ph type="title"/>
          </p:nvPr>
        </p:nvSpPr>
        <p:spPr>
          <a:xfrm>
            <a:off x="609600" y="800100"/>
            <a:ext cx="10972800" cy="685800"/>
          </a:xfrm>
          <a:prstGeom prst="rect">
            <a:avLst/>
          </a:prstGeom>
        </p:spPr>
        <p:txBody>
          <a:bodyPr vert="horz" lIns="91440" tIns="45720" rIns="91440" bIns="45720" rtlCol="0" anchor="ctr">
            <a:normAutofit/>
          </a:bodyPr>
          <a:lstStyle/>
          <a:p>
            <a:r>
              <a:rPr lang="en-US" dirty="0"/>
              <a:t>Slide title</a:t>
            </a:r>
          </a:p>
        </p:txBody>
      </p:sp>
      <p:sp>
        <p:nvSpPr>
          <p:cNvPr id="3" name="Text Placeholder 2"/>
          <p:cNvSpPr>
            <a:spLocks noGrp="1"/>
          </p:cNvSpPr>
          <p:nvPr>
            <p:ph type="body" idx="1"/>
          </p:nvPr>
        </p:nvSpPr>
        <p:spPr>
          <a:xfrm>
            <a:off x="609600" y="1600200"/>
            <a:ext cx="10972800" cy="4572000"/>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609600" y="6400800"/>
            <a:ext cx="2971800" cy="320676"/>
          </a:xfrm>
          <a:prstGeom prst="rect">
            <a:avLst/>
          </a:prstGeom>
        </p:spPr>
        <p:txBody>
          <a:bodyPr vert="horz" lIns="91440" tIns="45720" rIns="91440" bIns="45720" rtlCol="0" anchor="ctr"/>
          <a:lstStyle>
            <a:lvl1pPr algn="l">
              <a:defRPr sz="1200">
                <a:solidFill>
                  <a:schemeClr val="tx1">
                    <a:tint val="82000"/>
                  </a:schemeClr>
                </a:solidFill>
              </a:defRPr>
            </a:lvl1pPr>
          </a:lstStyle>
          <a:p>
            <a:fld id="{2E405B87-0B1C-464B-928F-AA5E9D282D70}" type="datetimeFigureOut">
              <a:rPr lang="en-US" smtClean="0"/>
              <a:t>11/17/2025</a:t>
            </a:fld>
            <a:endParaRPr lang="en-US"/>
          </a:p>
        </p:txBody>
      </p:sp>
      <p:sp>
        <p:nvSpPr>
          <p:cNvPr id="5" name="Footer Placeholder 4"/>
          <p:cNvSpPr>
            <a:spLocks noGrp="1"/>
          </p:cNvSpPr>
          <p:nvPr>
            <p:ph type="ftr" sz="quarter" idx="3"/>
          </p:nvPr>
        </p:nvSpPr>
        <p:spPr>
          <a:xfrm>
            <a:off x="3700780" y="6400800"/>
            <a:ext cx="4790440" cy="320676"/>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9154160" y="6400800"/>
            <a:ext cx="2428240" cy="320676"/>
          </a:xfrm>
          <a:prstGeom prst="rect">
            <a:avLst/>
          </a:prstGeom>
        </p:spPr>
        <p:txBody>
          <a:bodyPr vert="horz" lIns="91440" tIns="45720" rIns="91440" bIns="45720" rtlCol="0" anchor="ctr"/>
          <a:lstStyle>
            <a:lvl1pPr algn="r">
              <a:defRPr sz="1200">
                <a:solidFill>
                  <a:schemeClr val="tx1">
                    <a:tint val="82000"/>
                  </a:schemeClr>
                </a:solidFill>
              </a:defRPr>
            </a:lvl1pPr>
          </a:lstStyle>
          <a:p>
            <a:fld id="{D9AD4B2D-25FF-0B46-98A4-87FBB723E472}" type="slidenum">
              <a:rPr lang="en-US" smtClean="0"/>
              <a:t>‹#›</a:t>
            </a:fld>
            <a:endParaRPr lang="en-US"/>
          </a:p>
        </p:txBody>
      </p:sp>
    </p:spTree>
    <p:extLst>
      <p:ext uri="{BB962C8B-B14F-4D97-AF65-F5344CB8AC3E}">
        <p14:creationId xmlns:p14="http://schemas.microsoft.com/office/powerpoint/2010/main" val="515913321"/>
      </p:ext>
    </p:extLst>
  </p:cSld>
  <p:clrMap bg1="lt1" tx1="dk1" bg2="lt2" tx2="dk2" accent1="accent1" accent2="accent2" accent3="accent3" accent4="accent4" accent5="accent5" accent6="accent6" hlink="hlink" folHlink="folHlink"/>
  <p:sldLayoutIdLst>
    <p:sldLayoutId id="2147483677" r:id="rId1"/>
  </p:sldLayoutIdLst>
  <p:txStyles>
    <p:titleStyle>
      <a:lvl1pPr algn="l" defTabSz="914377" rtl="0" eaLnBrk="1" latinLnBrk="0" hangingPunct="1">
        <a:lnSpc>
          <a:spcPct val="100000"/>
        </a:lnSpc>
        <a:spcBef>
          <a:spcPct val="0"/>
        </a:spcBef>
        <a:buNone/>
        <a:defRPr sz="2600" b="1" i="0" kern="1200">
          <a:solidFill>
            <a:schemeClr val="tx1"/>
          </a:solidFill>
          <a:latin typeface="+mj-lt"/>
          <a:ea typeface="+mj-ea"/>
          <a:cs typeface="+mj-cs"/>
        </a:defRPr>
      </a:lvl1pPr>
    </p:titleStyle>
    <p:bodyStyle>
      <a:lvl1pPr marL="296863" indent="-285750" algn="l" defTabSz="914377" rtl="0" eaLnBrk="1" latinLnBrk="0" hangingPunct="1">
        <a:lnSpc>
          <a:spcPct val="110000"/>
        </a:lnSpc>
        <a:spcBef>
          <a:spcPts val="1200"/>
        </a:spcBef>
        <a:buFont typeface="Arial" panose="020B0604020202020204" pitchFamily="34" charset="0"/>
        <a:buChar char="•"/>
        <a:tabLst/>
        <a:defRPr sz="1800" b="0" i="0" kern="1200" spc="0" normalizeH="0" baseline="0">
          <a:solidFill>
            <a:schemeClr val="tx1"/>
          </a:solidFill>
          <a:latin typeface="+mn-lt"/>
          <a:ea typeface="+mn-ea"/>
          <a:cs typeface="Arial" panose="020B0604020202020204" pitchFamily="34" charset="0"/>
        </a:defRPr>
      </a:lvl1pPr>
      <a:lvl2pPr marL="628650" indent="-285750" algn="l" defTabSz="914377" rtl="0" eaLnBrk="1" latinLnBrk="0" hangingPunct="1">
        <a:lnSpc>
          <a:spcPct val="110000"/>
        </a:lnSpc>
        <a:spcBef>
          <a:spcPts val="1200"/>
        </a:spcBef>
        <a:buFont typeface="Arial" panose="020B0604020202020204" pitchFamily="34" charset="0"/>
        <a:buChar char="•"/>
        <a:tabLst/>
        <a:defRPr sz="1800" b="0" i="0" kern="1200" spc="0" normalizeH="0" baseline="0">
          <a:solidFill>
            <a:schemeClr val="tx1"/>
          </a:solidFill>
          <a:latin typeface="+mn-lt"/>
          <a:ea typeface="+mn-ea"/>
          <a:cs typeface="Arial" panose="020B0604020202020204" pitchFamily="34" charset="0"/>
        </a:defRPr>
      </a:lvl2pPr>
      <a:lvl3pPr marL="1085850" indent="-285750" algn="l" defTabSz="914377" rtl="0" eaLnBrk="1" latinLnBrk="0" hangingPunct="1">
        <a:lnSpc>
          <a:spcPct val="110000"/>
        </a:lnSpc>
        <a:spcBef>
          <a:spcPts val="1200"/>
        </a:spcBef>
        <a:buFont typeface="Arial" panose="020B0604020202020204" pitchFamily="34" charset="0"/>
        <a:buChar char="•"/>
        <a:tabLst/>
        <a:defRPr sz="1800" b="0" i="0" kern="1200" spc="0" normalizeH="0" baseline="0">
          <a:solidFill>
            <a:schemeClr val="tx1"/>
          </a:solidFill>
          <a:latin typeface="+mn-lt"/>
          <a:ea typeface="+mn-ea"/>
          <a:cs typeface="Arial" panose="020B0604020202020204" pitchFamily="34" charset="0"/>
        </a:defRPr>
      </a:lvl3pPr>
      <a:lvl4pPr marL="1543050" indent="-285750" algn="l" defTabSz="914377" rtl="0" eaLnBrk="1" latinLnBrk="0" hangingPunct="1">
        <a:lnSpc>
          <a:spcPct val="110000"/>
        </a:lnSpc>
        <a:spcBef>
          <a:spcPts val="1200"/>
        </a:spcBef>
        <a:buFont typeface="Arial" panose="020B0604020202020204" pitchFamily="34" charset="0"/>
        <a:buChar char="•"/>
        <a:tabLst/>
        <a:defRPr sz="1800" b="0" i="0" kern="1200" spc="0" normalizeH="0" baseline="0">
          <a:solidFill>
            <a:schemeClr val="tx1"/>
          </a:solidFill>
          <a:latin typeface="+mn-lt"/>
          <a:ea typeface="+mn-ea"/>
          <a:cs typeface="Arial" panose="020B0604020202020204" pitchFamily="34" charset="0"/>
        </a:defRPr>
      </a:lvl4pPr>
      <a:lvl5pPr marL="2001838" indent="-285750" algn="l" defTabSz="914377" rtl="0" eaLnBrk="1" latinLnBrk="0" hangingPunct="1">
        <a:lnSpc>
          <a:spcPct val="110000"/>
        </a:lnSpc>
        <a:spcBef>
          <a:spcPts val="1200"/>
        </a:spcBef>
        <a:buFont typeface="Arial" panose="020B0604020202020204" pitchFamily="34" charset="0"/>
        <a:buChar char="•"/>
        <a:tabLst/>
        <a:defRPr sz="1800" b="0" i="0" kern="1200" spc="0" normalizeH="0" baseline="0">
          <a:solidFill>
            <a:schemeClr val="tx1"/>
          </a:solidFill>
          <a:latin typeface="+mn-lt"/>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88" userDrawn="1">
          <p15:clr>
            <a:srgbClr val="F26B43"/>
          </p15:clr>
        </p15:guide>
        <p15:guide id="2" pos="384" userDrawn="1">
          <p15:clr>
            <a:srgbClr val="F26B43"/>
          </p15:clr>
        </p15:guide>
        <p15:guide id="3" orient="horz" pos="3888" userDrawn="1">
          <p15:clr>
            <a:srgbClr val="F26B43"/>
          </p15:clr>
        </p15:guide>
        <p15:guide id="4" pos="7296" userDrawn="1">
          <p15:clr>
            <a:srgbClr val="F26B43"/>
          </p15:clr>
        </p15:guide>
        <p15:guide id="5" pos="3840" userDrawn="1">
          <p15:clr>
            <a:srgbClr val="F26B43"/>
          </p15:clr>
        </p15:guide>
        <p15:guide id="6" pos="960" userDrawn="1">
          <p15:clr>
            <a:srgbClr val="F26B43"/>
          </p15:clr>
        </p15:guide>
        <p15:guide id="7" orient="horz" pos="2160" userDrawn="1">
          <p15:clr>
            <a:srgbClr val="F26B43"/>
          </p15:clr>
        </p15:guide>
        <p15:guide id="8" pos="2688" userDrawn="1">
          <p15:clr>
            <a:srgbClr val="F26B43"/>
          </p15:clr>
        </p15:guide>
        <p15:guide id="9" pos="4992" userDrawn="1">
          <p15:clr>
            <a:srgbClr val="F26B43"/>
          </p15:clr>
        </p15:guide>
        <p15:guide id="10" orient="horz" pos="1008" userDrawn="1">
          <p15:clr>
            <a:srgbClr val="F26B43"/>
          </p15:clr>
        </p15:guide>
      </p15:sldGuideLst>
    </p:ext>
  </p:extLst>
</p:sldMaster>
</file>

<file path=ppt/slides/_rels/slide1.xml.rels><?xml version="1.0" encoding="UTF-8" standalone="yes"?>
<Relationships xmlns="http://schemas.openxmlformats.org/package/2006/relationships"><Relationship Id="rId8" Type="http://schemas.openxmlformats.org/officeDocument/2006/relationships/oleObject" Target="../embeddings/oleObject2.bin"/><Relationship Id="rId3" Type="http://schemas.openxmlformats.org/officeDocument/2006/relationships/tags" Target="../tags/tag13.xml"/><Relationship Id="rId7" Type="http://schemas.openxmlformats.org/officeDocument/2006/relationships/slideLayout" Target="../slideLayouts/slideLayout2.xml"/><Relationship Id="rId2" Type="http://schemas.openxmlformats.org/officeDocument/2006/relationships/tags" Target="../tags/tag12.xml"/><Relationship Id="rId1" Type="http://schemas.openxmlformats.org/officeDocument/2006/relationships/tags" Target="../tags/tag11.xml"/><Relationship Id="rId6" Type="http://schemas.openxmlformats.org/officeDocument/2006/relationships/tags" Target="../tags/tag16.xml"/><Relationship Id="rId5" Type="http://schemas.openxmlformats.org/officeDocument/2006/relationships/tags" Target="../tags/tag15.xml"/><Relationship Id="rId10" Type="http://schemas.openxmlformats.org/officeDocument/2006/relationships/image" Target="../media/image3.png"/><Relationship Id="rId4" Type="http://schemas.openxmlformats.org/officeDocument/2006/relationships/tags" Target="../tags/tag14.xml"/><Relationship Id="rId9" Type="http://schemas.openxmlformats.org/officeDocument/2006/relationships/image" Target="../media/image2.emf"/></Relationships>
</file>

<file path=ppt/slides/_rels/slide2.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tags" Target="../tags/tag19.xml"/><Relationship Id="rId7" Type="http://schemas.openxmlformats.org/officeDocument/2006/relationships/slideLayout" Target="../slideLayouts/slideLayout3.xml"/><Relationship Id="rId2" Type="http://schemas.openxmlformats.org/officeDocument/2006/relationships/tags" Target="../tags/tag18.xml"/><Relationship Id="rId1" Type="http://schemas.openxmlformats.org/officeDocument/2006/relationships/tags" Target="../tags/tag17.xml"/><Relationship Id="rId6" Type="http://schemas.openxmlformats.org/officeDocument/2006/relationships/tags" Target="../tags/tag22.xml"/><Relationship Id="rId5" Type="http://schemas.openxmlformats.org/officeDocument/2006/relationships/tags" Target="../tags/tag21.xml"/><Relationship Id="rId4" Type="http://schemas.openxmlformats.org/officeDocument/2006/relationships/tags" Target="../tags/tag20.xml"/></Relationships>
</file>

<file path=ppt/slides/_rels/slide3.xml.rels><?xml version="1.0" encoding="UTF-8" standalone="yes"?>
<Relationships xmlns="http://schemas.openxmlformats.org/package/2006/relationships"><Relationship Id="rId8" Type="http://schemas.openxmlformats.org/officeDocument/2006/relationships/tags" Target="../tags/tag30.xml"/><Relationship Id="rId3" Type="http://schemas.openxmlformats.org/officeDocument/2006/relationships/tags" Target="../tags/tag25.xml"/><Relationship Id="rId7" Type="http://schemas.openxmlformats.org/officeDocument/2006/relationships/tags" Target="../tags/tag29.xml"/><Relationship Id="rId2" Type="http://schemas.openxmlformats.org/officeDocument/2006/relationships/tags" Target="../tags/tag24.xml"/><Relationship Id="rId1" Type="http://schemas.openxmlformats.org/officeDocument/2006/relationships/tags" Target="../tags/tag23.xml"/><Relationship Id="rId6" Type="http://schemas.openxmlformats.org/officeDocument/2006/relationships/tags" Target="../tags/tag28.xml"/><Relationship Id="rId5" Type="http://schemas.openxmlformats.org/officeDocument/2006/relationships/tags" Target="../tags/tag27.xml"/><Relationship Id="rId10" Type="http://schemas.openxmlformats.org/officeDocument/2006/relationships/image" Target="../media/image5.png"/><Relationship Id="rId4" Type="http://schemas.openxmlformats.org/officeDocument/2006/relationships/tags" Target="../tags/tag26.xml"/><Relationship Id="rId9"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8" Type="http://schemas.openxmlformats.org/officeDocument/2006/relationships/tags" Target="../tags/tag38.xml"/><Relationship Id="rId3" Type="http://schemas.openxmlformats.org/officeDocument/2006/relationships/tags" Target="../tags/tag33.xml"/><Relationship Id="rId7" Type="http://schemas.openxmlformats.org/officeDocument/2006/relationships/tags" Target="../tags/tag37.xml"/><Relationship Id="rId2" Type="http://schemas.openxmlformats.org/officeDocument/2006/relationships/tags" Target="../tags/tag32.xml"/><Relationship Id="rId1" Type="http://schemas.openxmlformats.org/officeDocument/2006/relationships/tags" Target="../tags/tag31.xml"/><Relationship Id="rId6" Type="http://schemas.openxmlformats.org/officeDocument/2006/relationships/tags" Target="../tags/tag36.xml"/><Relationship Id="rId5" Type="http://schemas.openxmlformats.org/officeDocument/2006/relationships/tags" Target="../tags/tag35.xml"/><Relationship Id="rId10" Type="http://schemas.openxmlformats.org/officeDocument/2006/relationships/slideLayout" Target="../slideLayouts/slideLayout5.xml"/><Relationship Id="rId4" Type="http://schemas.openxmlformats.org/officeDocument/2006/relationships/tags" Target="../tags/tag34.xml"/><Relationship Id="rId9" Type="http://schemas.openxmlformats.org/officeDocument/2006/relationships/tags" Target="../tags/tag39.xml"/></Relationships>
</file>

<file path=ppt/slides/_rels/slide5.xml.rels><?xml version="1.0" encoding="UTF-8" standalone="yes"?>
<Relationships xmlns="http://schemas.openxmlformats.org/package/2006/relationships"><Relationship Id="rId8" Type="http://schemas.openxmlformats.org/officeDocument/2006/relationships/tags" Target="../tags/tag47.xml"/><Relationship Id="rId13" Type="http://schemas.openxmlformats.org/officeDocument/2006/relationships/image" Target="../media/image7.jpeg"/><Relationship Id="rId3" Type="http://schemas.openxmlformats.org/officeDocument/2006/relationships/tags" Target="../tags/tag42.xml"/><Relationship Id="rId7" Type="http://schemas.openxmlformats.org/officeDocument/2006/relationships/tags" Target="../tags/tag46.xml"/><Relationship Id="rId12" Type="http://schemas.openxmlformats.org/officeDocument/2006/relationships/image" Target="../media/image6.png"/><Relationship Id="rId2" Type="http://schemas.openxmlformats.org/officeDocument/2006/relationships/tags" Target="../tags/tag41.xml"/><Relationship Id="rId1" Type="http://schemas.openxmlformats.org/officeDocument/2006/relationships/tags" Target="../tags/tag40.xml"/><Relationship Id="rId6" Type="http://schemas.openxmlformats.org/officeDocument/2006/relationships/tags" Target="../tags/tag45.xml"/><Relationship Id="rId11" Type="http://schemas.openxmlformats.org/officeDocument/2006/relationships/slideLayout" Target="../slideLayouts/slideLayout6.xml"/><Relationship Id="rId5" Type="http://schemas.openxmlformats.org/officeDocument/2006/relationships/tags" Target="../tags/tag44.xml"/><Relationship Id="rId10" Type="http://schemas.openxmlformats.org/officeDocument/2006/relationships/tags" Target="../tags/tag49.xml"/><Relationship Id="rId4" Type="http://schemas.openxmlformats.org/officeDocument/2006/relationships/tags" Target="../tags/tag43.xml"/><Relationship Id="rId9" Type="http://schemas.openxmlformats.org/officeDocument/2006/relationships/tags" Target="../tags/tag48.xml"/><Relationship Id="rId14" Type="http://schemas.openxmlformats.org/officeDocument/2006/relationships/image" Target="../media/image8.jpeg"/></Relationships>
</file>

<file path=ppt/slides/_rels/slide6.xml.rels><?xml version="1.0" encoding="UTF-8" standalone="yes"?>
<Relationships xmlns="http://schemas.openxmlformats.org/package/2006/relationships"><Relationship Id="rId8" Type="http://schemas.openxmlformats.org/officeDocument/2006/relationships/slideLayout" Target="../slideLayouts/slideLayout1.xml"/><Relationship Id="rId3" Type="http://schemas.openxmlformats.org/officeDocument/2006/relationships/tags" Target="../tags/tag52.xml"/><Relationship Id="rId7" Type="http://schemas.openxmlformats.org/officeDocument/2006/relationships/tags" Target="../tags/tag56.xml"/><Relationship Id="rId2" Type="http://schemas.openxmlformats.org/officeDocument/2006/relationships/tags" Target="../tags/tag51.xml"/><Relationship Id="rId1" Type="http://schemas.openxmlformats.org/officeDocument/2006/relationships/tags" Target="../tags/tag50.xml"/><Relationship Id="rId6" Type="http://schemas.openxmlformats.org/officeDocument/2006/relationships/tags" Target="../tags/tag55.xml"/><Relationship Id="rId5" Type="http://schemas.openxmlformats.org/officeDocument/2006/relationships/tags" Target="../tags/tag54.xml"/><Relationship Id="rId4" Type="http://schemas.openxmlformats.org/officeDocument/2006/relationships/tags" Target="../tags/tag53.xml"/></Relationships>
</file>

<file path=ppt/slides/_rels/slide7.xml.rels><?xml version="1.0" encoding="UTF-8" standalone="yes"?>
<Relationships xmlns="http://schemas.openxmlformats.org/package/2006/relationships"><Relationship Id="rId8" Type="http://schemas.openxmlformats.org/officeDocument/2006/relationships/tags" Target="../tags/tag64.xml"/><Relationship Id="rId13" Type="http://schemas.openxmlformats.org/officeDocument/2006/relationships/image" Target="../media/image9.emf"/><Relationship Id="rId3" Type="http://schemas.openxmlformats.org/officeDocument/2006/relationships/tags" Target="../tags/tag59.xml"/><Relationship Id="rId7" Type="http://schemas.openxmlformats.org/officeDocument/2006/relationships/tags" Target="../tags/tag63.xml"/><Relationship Id="rId12" Type="http://schemas.openxmlformats.org/officeDocument/2006/relationships/oleObject" Target="../embeddings/oleObject3.bin"/><Relationship Id="rId2" Type="http://schemas.openxmlformats.org/officeDocument/2006/relationships/tags" Target="../tags/tag58.xml"/><Relationship Id="rId1" Type="http://schemas.openxmlformats.org/officeDocument/2006/relationships/tags" Target="../tags/tag57.xml"/><Relationship Id="rId6" Type="http://schemas.openxmlformats.org/officeDocument/2006/relationships/tags" Target="../tags/tag62.xml"/><Relationship Id="rId11" Type="http://schemas.openxmlformats.org/officeDocument/2006/relationships/slideLayout" Target="../slideLayouts/slideLayout8.xml"/><Relationship Id="rId5" Type="http://schemas.openxmlformats.org/officeDocument/2006/relationships/tags" Target="../tags/tag61.xml"/><Relationship Id="rId10" Type="http://schemas.openxmlformats.org/officeDocument/2006/relationships/tags" Target="../tags/tag66.xml"/><Relationship Id="rId4" Type="http://schemas.openxmlformats.org/officeDocument/2006/relationships/tags" Target="../tags/tag60.xml"/><Relationship Id="rId9" Type="http://schemas.openxmlformats.org/officeDocument/2006/relationships/tags" Target="../tags/tag65.xml"/></Relationships>
</file>

<file path=ppt/slides/_rels/slide8.xml.rels><?xml version="1.0" encoding="UTF-8" standalone="yes"?>
<Relationships xmlns="http://schemas.openxmlformats.org/package/2006/relationships"><Relationship Id="rId8" Type="http://schemas.openxmlformats.org/officeDocument/2006/relationships/oleObject" Target="../embeddings/oleObject4.bin"/><Relationship Id="rId3" Type="http://schemas.openxmlformats.org/officeDocument/2006/relationships/tags" Target="../tags/tag69.xml"/><Relationship Id="rId7" Type="http://schemas.openxmlformats.org/officeDocument/2006/relationships/slideLayout" Target="../slideLayouts/slideLayout9.xml"/><Relationship Id="rId2" Type="http://schemas.openxmlformats.org/officeDocument/2006/relationships/tags" Target="../tags/tag68.xml"/><Relationship Id="rId1" Type="http://schemas.openxmlformats.org/officeDocument/2006/relationships/tags" Target="../tags/tag67.xml"/><Relationship Id="rId6" Type="http://schemas.openxmlformats.org/officeDocument/2006/relationships/tags" Target="../tags/tag72.xml"/><Relationship Id="rId5" Type="http://schemas.openxmlformats.org/officeDocument/2006/relationships/tags" Target="../tags/tag71.xml"/><Relationship Id="rId10" Type="http://schemas.openxmlformats.org/officeDocument/2006/relationships/image" Target="../media/image11.png"/><Relationship Id="rId4" Type="http://schemas.openxmlformats.org/officeDocument/2006/relationships/tags" Target="../tags/tag70.xml"/><Relationship Id="rId9" Type="http://schemas.openxmlformats.org/officeDocument/2006/relationships/image" Target="../media/image10.emf"/></Relationships>
</file>

<file path=ppt/slides/_rels/slide9.xml.rels><?xml version="1.0" encoding="UTF-8" standalone="yes"?>
<Relationships xmlns="http://schemas.openxmlformats.org/package/2006/relationships"><Relationship Id="rId8" Type="http://schemas.openxmlformats.org/officeDocument/2006/relationships/hyperlink" Target="https://en.wikipedia.org/wiki/Maglev" TargetMode="External"/><Relationship Id="rId3" Type="http://schemas.openxmlformats.org/officeDocument/2006/relationships/tags" Target="../tags/tag75.xml"/><Relationship Id="rId7" Type="http://schemas.openxmlformats.org/officeDocument/2006/relationships/image" Target="../media/image12.png"/><Relationship Id="rId12" Type="http://schemas.openxmlformats.org/officeDocument/2006/relationships/hyperlink" Target="https://web-japan.org/tomodachi/2017/spring2017/the_japanese_technology.html" TargetMode="External"/><Relationship Id="rId2" Type="http://schemas.openxmlformats.org/officeDocument/2006/relationships/tags" Target="../tags/tag74.xml"/><Relationship Id="rId1" Type="http://schemas.openxmlformats.org/officeDocument/2006/relationships/tags" Target="../tags/tag73.xml"/><Relationship Id="rId6" Type="http://schemas.openxmlformats.org/officeDocument/2006/relationships/slideLayout" Target="../slideLayouts/slideLayout10.xml"/><Relationship Id="rId11" Type="http://schemas.openxmlformats.org/officeDocument/2006/relationships/hyperlink" Target="https://news.siemens.com/en-us/skytran-simcenter-magnet/?utm_source=chatgpt.com" TargetMode="External"/><Relationship Id="rId5" Type="http://schemas.openxmlformats.org/officeDocument/2006/relationships/tags" Target="../tags/tag77.xml"/><Relationship Id="rId10" Type="http://schemas.openxmlformats.org/officeDocument/2006/relationships/hyperlink" Target="https://science.howstuffworks.com/transport/engines-equipment/maglev-train.htm" TargetMode="External"/><Relationship Id="rId4" Type="http://schemas.openxmlformats.org/officeDocument/2006/relationships/tags" Target="../tags/tag76.xml"/><Relationship Id="rId9" Type="http://schemas.openxmlformats.org/officeDocument/2006/relationships/hyperlink" Target="https://www.britannica.com/technology/maglev-train"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aphicFrame>
        <p:nvGraphicFramePr>
          <p:cNvPr id="9" name="think-cell data - do not delete" hidden="1">
            <a:extLst>
              <a:ext uri="{FF2B5EF4-FFF2-40B4-BE49-F238E27FC236}">
                <a16:creationId xmlns:a16="http://schemas.microsoft.com/office/drawing/2014/main" id="{EC09DE26-16D2-005A-3F9F-48D6B97027B4}"/>
              </a:ext>
            </a:extLst>
          </p:cNvPr>
          <p:cNvGraphicFramePr>
            <a:graphicFrameLocks noChangeAspect="1"/>
          </p:cNvGraphicFramePr>
          <p:nvPr>
            <p:custDataLst>
              <p:tags r:id="rId2"/>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8" imgW="7772400" imgH="10058400" progId="TCLayout.ActiveDocument.1">
                  <p:embed/>
                </p:oleObj>
              </mc:Choice>
              <mc:Fallback>
                <p:oleObj name="think-cell Slide" r:id="rId8" imgW="7772400" imgH="10058400" progId="TCLayout.ActiveDocument.1">
                  <p:embed/>
                  <p:pic>
                    <p:nvPicPr>
                      <p:cNvPr id="9" name="think-cell data - do not delete" hidden="1">
                        <a:extLst>
                          <a:ext uri="{FF2B5EF4-FFF2-40B4-BE49-F238E27FC236}">
                            <a16:creationId xmlns:a16="http://schemas.microsoft.com/office/drawing/2014/main" id="{EC09DE26-16D2-005A-3F9F-48D6B97027B4}"/>
                          </a:ext>
                        </a:extLst>
                      </p:cNvPr>
                      <p:cNvPicPr/>
                      <p:nvPr/>
                    </p:nvPicPr>
                    <p:blipFill>
                      <a:blip r:embed="rId9"/>
                      <a:stretch>
                        <a:fillRect/>
                      </a:stretch>
                    </p:blipFill>
                    <p:spPr>
                      <a:xfrm>
                        <a:off x="1588" y="1588"/>
                        <a:ext cx="1227" cy="1588"/>
                      </a:xfrm>
                      <a:prstGeom prst="rect">
                        <a:avLst/>
                      </a:prstGeom>
                    </p:spPr>
                  </p:pic>
                </p:oleObj>
              </mc:Fallback>
            </mc:AlternateContent>
          </a:graphicData>
        </a:graphic>
      </p:graphicFrame>
      <p:pic>
        <p:nvPicPr>
          <p:cNvPr id="6" name="Google Shape;225;p48">
            <a:extLst>
              <a:ext uri="{FF2B5EF4-FFF2-40B4-BE49-F238E27FC236}">
                <a16:creationId xmlns:a16="http://schemas.microsoft.com/office/drawing/2014/main" id="{D09FA634-E75B-33B7-71E5-DDD9E06AFA15}"/>
              </a:ext>
            </a:extLst>
          </p:cNvPr>
          <p:cNvPicPr preferRelativeResize="0"/>
          <p:nvPr>
            <p:custDataLst>
              <p:tags r:id="rId3"/>
            </p:custDataLst>
          </p:nvPr>
        </p:nvPicPr>
        <p:blipFill rotWithShape="1">
          <a:blip r:embed="rId10" cstate="hqprint">
            <a:alphaModFix amt="65000"/>
            <a:extLst>
              <a:ext uri="{28A0092B-C50C-407E-A947-70E740481C1C}">
                <a14:useLocalDpi xmlns:a14="http://schemas.microsoft.com/office/drawing/2010/main"/>
              </a:ext>
            </a:extLst>
          </a:blip>
          <a:srcRect/>
          <a:stretch/>
        </p:blipFill>
        <p:spPr>
          <a:xfrm>
            <a:off x="1772831" y="835570"/>
            <a:ext cx="2593430" cy="2593430"/>
          </a:xfrm>
          <a:prstGeom prst="ellipse">
            <a:avLst/>
          </a:prstGeom>
          <a:noFill/>
          <a:ln>
            <a:noFill/>
          </a:ln>
        </p:spPr>
      </p:pic>
      <p:sp>
        <p:nvSpPr>
          <p:cNvPr id="7" name="Google Shape;226;p48">
            <a:extLst>
              <a:ext uri="{FF2B5EF4-FFF2-40B4-BE49-F238E27FC236}">
                <a16:creationId xmlns:a16="http://schemas.microsoft.com/office/drawing/2014/main" id="{F9BE4575-FF4D-0AD4-78D9-9E312FFCDA37}"/>
              </a:ext>
            </a:extLst>
          </p:cNvPr>
          <p:cNvSpPr/>
          <p:nvPr>
            <p:custDataLst>
              <p:tags r:id="rId4"/>
            </p:custDataLst>
          </p:nvPr>
        </p:nvSpPr>
        <p:spPr>
          <a:xfrm>
            <a:off x="1127759" y="835570"/>
            <a:ext cx="2593430" cy="2593430"/>
          </a:xfrm>
          <a:prstGeom prst="ellipse">
            <a:avLst/>
          </a:prstGeom>
          <a:solidFill>
            <a:schemeClr val="accent4">
              <a:alpha val="25000"/>
            </a:schemeClr>
          </a:solidFill>
          <a:ln>
            <a:noFill/>
          </a:ln>
        </p:spPr>
        <p:txBody>
          <a:bodyPr spcFirstLastPara="1" wrap="square" lIns="91425" tIns="91425" rIns="91425" bIns="91425" anchor="ctr" anchorCtr="0">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1">
              <a:ln>
                <a:noFill/>
              </a:ln>
              <a:solidFill>
                <a:srgbClr val="1F2420"/>
              </a:solidFill>
              <a:effectLst/>
              <a:uLnTx/>
              <a:uFillTx/>
              <a:latin typeface="Arial" panose="020B0604020202020204"/>
              <a:ea typeface="Helvetica Neue"/>
              <a:cs typeface="Helvetica Neue"/>
              <a:sym typeface="Helvetica Neue"/>
            </a:endParaRPr>
          </a:p>
        </p:txBody>
      </p:sp>
      <p:sp>
        <p:nvSpPr>
          <p:cNvPr id="3" name="Subtitle 2">
            <a:extLst>
              <a:ext uri="{FF2B5EF4-FFF2-40B4-BE49-F238E27FC236}">
                <a16:creationId xmlns:a16="http://schemas.microsoft.com/office/drawing/2014/main" id="{C6A0F976-02A3-7F7A-1643-1F2BBA987641}"/>
              </a:ext>
            </a:extLst>
          </p:cNvPr>
          <p:cNvSpPr>
            <a:spLocks noGrp="1"/>
          </p:cNvSpPr>
          <p:nvPr>
            <p:ph type="subTitle" idx="1"/>
            <p:custDataLst>
              <p:tags r:id="rId5"/>
            </p:custDataLst>
          </p:nvPr>
        </p:nvSpPr>
        <p:spPr>
          <a:xfrm>
            <a:off x="1127761" y="5765030"/>
            <a:ext cx="2976879" cy="472440"/>
          </a:xfrm>
          <a:prstGeom prst="roundRect">
            <a:avLst>
              <a:gd name="adj" fmla="val 50000"/>
            </a:avLst>
          </a:prstGeom>
          <a:ln w="19050">
            <a:solidFill>
              <a:schemeClr val="tx2"/>
            </a:solidFill>
          </a:ln>
        </p:spPr>
        <p:txBody>
          <a:bodyPr tIns="0" bIns="0" anchor="ctr" anchorCtr="0">
            <a:normAutofit/>
          </a:bodyPr>
          <a:lstStyle/>
          <a:p>
            <a:pPr algn="ctr"/>
            <a:r>
              <a:rPr lang="en-US" sz="1600" cap="all" noProof="1">
                <a:solidFill>
                  <a:schemeClr val="tx2"/>
                </a:solidFill>
              </a:rPr>
              <a:t>November 17, 2025</a:t>
            </a:r>
          </a:p>
        </p:txBody>
      </p:sp>
      <p:sp>
        <p:nvSpPr>
          <p:cNvPr id="2" name="Title 1">
            <a:extLst>
              <a:ext uri="{FF2B5EF4-FFF2-40B4-BE49-F238E27FC236}">
                <a16:creationId xmlns:a16="http://schemas.microsoft.com/office/drawing/2014/main" id="{9424E124-D334-7962-D080-4695418A9ECC}"/>
              </a:ext>
            </a:extLst>
          </p:cNvPr>
          <p:cNvSpPr>
            <a:spLocks noGrp="1"/>
          </p:cNvSpPr>
          <p:nvPr>
            <p:ph type="ctrTitle"/>
            <p:custDataLst>
              <p:tags r:id="rId6"/>
            </p:custDataLst>
          </p:nvPr>
        </p:nvSpPr>
        <p:spPr>
          <a:xfrm>
            <a:off x="1127760" y="3429000"/>
            <a:ext cx="9936479" cy="2167621"/>
          </a:xfrm>
        </p:spPr>
        <p:txBody>
          <a:bodyPr vert="horz">
            <a:normAutofit/>
          </a:bodyPr>
          <a:lstStyle/>
          <a:p>
            <a:pPr>
              <a:lnSpc>
                <a:spcPct val="75000"/>
              </a:lnSpc>
            </a:pPr>
            <a:r>
              <a:rPr lang="en-US" noProof="1"/>
              <a:t>Mijlocul de transport.</a:t>
            </a:r>
            <a:br>
              <a:rPr lang="en-US" noProof="1"/>
            </a:br>
            <a:r>
              <a:rPr lang="en-US" noProof="1"/>
              <a:t>Maglev.</a:t>
            </a:r>
          </a:p>
        </p:txBody>
      </p:sp>
    </p:spTree>
    <p:custDataLst>
      <p:tags r:id="rId1"/>
    </p:custDataLst>
    <p:extLst>
      <p:ext uri="{BB962C8B-B14F-4D97-AF65-F5344CB8AC3E}">
        <p14:creationId xmlns:p14="http://schemas.microsoft.com/office/powerpoint/2010/main" val="408820413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a:gsLst>
            <a:gs pos="47000">
              <a:schemeClr val="bg1"/>
            </a:gs>
            <a:gs pos="100000">
              <a:schemeClr val="accent1">
                <a:alpha val="24220"/>
              </a:schemeClr>
            </a:gs>
          </a:gsLst>
          <a:lin ang="5400000" scaled="0"/>
        </a:gradFill>
        <a:effectLst/>
      </p:bgPr>
    </p:bg>
    <p:spTree>
      <p:nvGrpSpPr>
        <p:cNvPr id="1" name=""/>
        <p:cNvGrpSpPr/>
        <p:nvPr/>
      </p:nvGrpSpPr>
      <p:grpSpPr>
        <a:xfrm>
          <a:off x="0" y="0"/>
          <a:ext cx="0" cy="0"/>
          <a:chOff x="0" y="0"/>
          <a:chExt cx="0" cy="0"/>
        </a:xfrm>
      </p:grpSpPr>
      <p:pic>
        <p:nvPicPr>
          <p:cNvPr id="18" name="Google Shape;373;p62">
            <a:extLst>
              <a:ext uri="{FF2B5EF4-FFF2-40B4-BE49-F238E27FC236}">
                <a16:creationId xmlns:a16="http://schemas.microsoft.com/office/drawing/2014/main" id="{EBE34AF3-2CF9-3823-AA8B-B2FCA602E2F2}"/>
              </a:ext>
            </a:extLst>
          </p:cNvPr>
          <p:cNvPicPr preferRelativeResize="0"/>
          <p:nvPr>
            <p:custDataLst>
              <p:tags r:id="rId2"/>
            </p:custDataLst>
          </p:nvPr>
        </p:nvPicPr>
        <p:blipFill rotWithShape="1">
          <a:blip r:embed="rId8" cstate="screen">
            <a:alphaModFix/>
            <a:extLst>
              <a:ext uri="{28A0092B-C50C-407E-A947-70E740481C1C}">
                <a14:useLocalDpi xmlns:a14="http://schemas.microsoft.com/office/drawing/2010/main"/>
              </a:ext>
            </a:extLst>
          </a:blip>
          <a:srcRect/>
          <a:stretch/>
        </p:blipFill>
        <p:spPr>
          <a:xfrm>
            <a:off x="609599" y="1997659"/>
            <a:ext cx="2862681" cy="2862681"/>
          </a:xfrm>
          <a:prstGeom prst="ellipse">
            <a:avLst/>
          </a:prstGeom>
          <a:noFill/>
          <a:ln>
            <a:noFill/>
          </a:ln>
        </p:spPr>
      </p:pic>
      <p:sp>
        <p:nvSpPr>
          <p:cNvPr id="2" name="Title 1">
            <a:extLst>
              <a:ext uri="{FF2B5EF4-FFF2-40B4-BE49-F238E27FC236}">
                <a16:creationId xmlns:a16="http://schemas.microsoft.com/office/drawing/2014/main" id="{85AFF143-6BD8-2674-B40D-8411BB9BEC1D}"/>
              </a:ext>
            </a:extLst>
          </p:cNvPr>
          <p:cNvSpPr>
            <a:spLocks noGrp="1"/>
          </p:cNvSpPr>
          <p:nvPr>
            <p:ph type="title"/>
            <p:custDataLst>
              <p:tags r:id="rId3"/>
            </p:custDataLst>
          </p:nvPr>
        </p:nvSpPr>
        <p:spPr/>
        <p:txBody>
          <a:bodyPr>
            <a:normAutofit/>
          </a:bodyPr>
          <a:lstStyle/>
          <a:p>
            <a:r>
              <a:rPr lang="en-US" noProof="1"/>
              <a:t>Introducere</a:t>
            </a:r>
          </a:p>
        </p:txBody>
      </p:sp>
      <p:sp>
        <p:nvSpPr>
          <p:cNvPr id="3" name="Content Placeholder 2">
            <a:extLst>
              <a:ext uri="{FF2B5EF4-FFF2-40B4-BE49-F238E27FC236}">
                <a16:creationId xmlns:a16="http://schemas.microsoft.com/office/drawing/2014/main" id="{36155F97-AA4B-E922-5F96-CD65D5FAFAD4}"/>
              </a:ext>
            </a:extLst>
          </p:cNvPr>
          <p:cNvSpPr>
            <a:spLocks noGrp="1"/>
          </p:cNvSpPr>
          <p:nvPr>
            <p:ph sz="quarter" idx="13"/>
            <p:custDataLst>
              <p:tags r:id="rId4"/>
            </p:custDataLst>
          </p:nvPr>
        </p:nvSpPr>
        <p:spPr/>
        <p:txBody>
          <a:bodyPr anchor="ctr">
            <a:normAutofit/>
          </a:bodyPr>
          <a:lstStyle/>
          <a:p>
            <a:r>
              <a:rPr lang="en-US" noProof="1"/>
              <a:t>Trenul cu levitație magnetică (Maglev) este unul dintre cele mai rapide mijloace de transport terestru.
Se diferențiază prin faptul că nu are contact fizic cu șina, levitând datorită magneților puternici.
Această tehnologie reduce frecarea și permite viteze ce pot depăși 600 km/h.
Maglev-ul este un exemplu de inovație tehnologică aplicată transportului, combinând viteză și eficiență.
Este un mijloc de transport ecologic, cu emisii reduse și consum energetic optimizat.</a:t>
            </a:r>
          </a:p>
        </p:txBody>
      </p:sp>
      <p:sp>
        <p:nvSpPr>
          <p:cNvPr id="7" name="Text Placeholder 6">
            <a:extLst>
              <a:ext uri="{FF2B5EF4-FFF2-40B4-BE49-F238E27FC236}">
                <a16:creationId xmlns:a16="http://schemas.microsoft.com/office/drawing/2014/main" id="{23E699B0-819F-2B65-1D91-B20069FA302D}"/>
              </a:ext>
            </a:extLst>
          </p:cNvPr>
          <p:cNvSpPr>
            <a:spLocks noGrp="1"/>
          </p:cNvSpPr>
          <p:nvPr>
            <p:ph type="body" sz="quarter" idx="14"/>
            <p:custDataLst>
              <p:tags r:id="rId5"/>
            </p:custDataLst>
          </p:nvPr>
        </p:nvSpPr>
        <p:spPr>
          <a:xfrm>
            <a:off x="609598" y="467796"/>
            <a:ext cx="2286000" cy="311610"/>
          </a:xfrm>
          <a:noFill/>
          <a:ln w="19050">
            <a:solidFill>
              <a:schemeClr val="tx2"/>
            </a:solidFill>
          </a:ln>
        </p:spPr>
        <p:txBody>
          <a:bodyPr vert="horz" wrap="none" lIns="91440" tIns="18288" rIns="91440" bIns="18288" rtlCol="0" anchor="ctr">
            <a:normAutofit/>
          </a:bodyPr>
          <a:lstStyle/>
          <a:p>
            <a:r>
              <a:rPr lang="en-US" b="0" cap="all" noProof="1"/>
              <a:t>Introducere</a:t>
            </a:r>
          </a:p>
        </p:txBody>
      </p:sp>
      <p:sp>
        <p:nvSpPr>
          <p:cNvPr id="5" name="Google Shape;374;p62">
            <a:extLst>
              <a:ext uri="{FF2B5EF4-FFF2-40B4-BE49-F238E27FC236}">
                <a16:creationId xmlns:a16="http://schemas.microsoft.com/office/drawing/2014/main" id="{28DA36C4-A5DB-F6EB-2920-086A5380509D}"/>
              </a:ext>
            </a:extLst>
          </p:cNvPr>
          <p:cNvSpPr/>
          <p:nvPr>
            <p:custDataLst>
              <p:tags r:id="rId6"/>
            </p:custDataLst>
          </p:nvPr>
        </p:nvSpPr>
        <p:spPr>
          <a:xfrm>
            <a:off x="1082814" y="2661869"/>
            <a:ext cx="2862681" cy="2862681"/>
          </a:xfrm>
          <a:prstGeom prst="ellipse">
            <a:avLst/>
          </a:prstGeom>
          <a:solidFill>
            <a:schemeClr val="accent1">
              <a:alpha val="50000"/>
            </a:schemeClr>
          </a:solidFill>
          <a:ln>
            <a:noFill/>
          </a:ln>
        </p:spPr>
        <p:txBody>
          <a:bodyPr spcFirstLastPara="1" wrap="square" lIns="91425" tIns="91425" rIns="91425" bIns="91425" anchor="ctr" anchorCtr="0">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1">
              <a:ln>
                <a:noFill/>
              </a:ln>
              <a:solidFill>
                <a:srgbClr val="1F2420"/>
              </a:solidFill>
              <a:effectLst/>
              <a:uLnTx/>
              <a:uFillTx/>
              <a:latin typeface="Arial" panose="020B0604020202020204"/>
              <a:ea typeface="Helvetica Neue"/>
              <a:cs typeface="Helvetica Neue"/>
              <a:sym typeface="Helvetica Neue"/>
            </a:endParaRPr>
          </a:p>
        </p:txBody>
      </p:sp>
    </p:spTree>
    <p:custDataLst>
      <p:tags r:id="rId1"/>
    </p:custDataLst>
    <p:extLst>
      <p:ext uri="{BB962C8B-B14F-4D97-AF65-F5344CB8AC3E}">
        <p14:creationId xmlns:p14="http://schemas.microsoft.com/office/powerpoint/2010/main" val="280727166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Google Shape;647;p84">
            <a:extLst>
              <a:ext uri="{FF2B5EF4-FFF2-40B4-BE49-F238E27FC236}">
                <a16:creationId xmlns:a16="http://schemas.microsoft.com/office/drawing/2014/main" id="{4ACD2D97-DCED-F9E9-7673-AD2977F1F221}"/>
              </a:ext>
            </a:extLst>
          </p:cNvPr>
          <p:cNvPicPr preferRelativeResize="0"/>
          <p:nvPr>
            <p:custDataLst>
              <p:tags r:id="rId2"/>
            </p:custDataLst>
          </p:nvPr>
        </p:nvPicPr>
        <p:blipFill>
          <a:blip r:embed="rId10" cstate="screen">
            <a:alphaModFix amt="75000"/>
            <a:extLst>
              <a:ext uri="{28A0092B-C50C-407E-A947-70E740481C1C}">
                <a14:useLocalDpi xmlns:a14="http://schemas.microsoft.com/office/drawing/2010/main"/>
              </a:ext>
            </a:extLst>
          </a:blip>
          <a:srcRect/>
          <a:stretch/>
        </p:blipFill>
        <p:spPr>
          <a:xfrm flipH="1">
            <a:off x="0" y="4275"/>
            <a:ext cx="1524000" cy="6862275"/>
          </a:xfrm>
          <a:prstGeom prst="rect">
            <a:avLst/>
          </a:prstGeom>
          <a:noFill/>
          <a:ln>
            <a:noFill/>
          </a:ln>
        </p:spPr>
      </p:pic>
      <p:sp>
        <p:nvSpPr>
          <p:cNvPr id="4" name="Title 3">
            <a:extLst>
              <a:ext uri="{FF2B5EF4-FFF2-40B4-BE49-F238E27FC236}">
                <a16:creationId xmlns:a16="http://schemas.microsoft.com/office/drawing/2014/main" id="{02BD3BEF-3DDC-EFF6-04A3-542C6EABD079}"/>
              </a:ext>
            </a:extLst>
          </p:cNvPr>
          <p:cNvSpPr>
            <a:spLocks noGrp="1"/>
          </p:cNvSpPr>
          <p:nvPr>
            <p:ph type="title"/>
            <p:custDataLst>
              <p:tags r:id="rId3"/>
            </p:custDataLst>
          </p:nvPr>
        </p:nvSpPr>
        <p:spPr>
          <a:xfrm>
            <a:off x="1869440" y="800100"/>
            <a:ext cx="9712960" cy="685800"/>
          </a:xfrm>
        </p:spPr>
        <p:txBody>
          <a:bodyPr/>
          <a:lstStyle/>
          <a:p>
            <a:r>
              <a:rPr lang="en-US" noProof="1"/>
              <a:t>Istoric</a:t>
            </a:r>
          </a:p>
        </p:txBody>
      </p:sp>
      <p:sp>
        <p:nvSpPr>
          <p:cNvPr id="2" name="Text Placeholder 1">
            <a:extLst>
              <a:ext uri="{FF2B5EF4-FFF2-40B4-BE49-F238E27FC236}">
                <a16:creationId xmlns:a16="http://schemas.microsoft.com/office/drawing/2014/main" id="{50DAD59D-6660-E3CC-EBBD-8F9A58AAA134}"/>
              </a:ext>
            </a:extLst>
          </p:cNvPr>
          <p:cNvSpPr>
            <a:spLocks noGrp="1"/>
          </p:cNvSpPr>
          <p:nvPr>
            <p:ph type="body" idx="1"/>
            <p:custDataLst>
              <p:tags r:id="rId4"/>
            </p:custDataLst>
          </p:nvPr>
        </p:nvSpPr>
        <p:spPr>
          <a:xfrm>
            <a:off x="1869439" y="1600200"/>
            <a:ext cx="4297680" cy="787400"/>
          </a:xfrm>
        </p:spPr>
        <p:txBody>
          <a:bodyPr>
            <a:normAutofit/>
          </a:bodyPr>
          <a:lstStyle/>
          <a:p>
            <a:pPr>
              <a:lnSpc>
                <a:spcPct val="100000"/>
              </a:lnSpc>
            </a:pPr>
            <a:r>
              <a:rPr lang="en-US" sz="1800" b="1" noProof="1"/>
              <a:t>Apariție și inventator</a:t>
            </a:r>
          </a:p>
        </p:txBody>
      </p:sp>
      <p:sp>
        <p:nvSpPr>
          <p:cNvPr id="3" name="Content Placeholder 2">
            <a:extLst>
              <a:ext uri="{FF2B5EF4-FFF2-40B4-BE49-F238E27FC236}">
                <a16:creationId xmlns:a16="http://schemas.microsoft.com/office/drawing/2014/main" id="{D45F11BD-1796-5EBC-FAC3-5CDD146B1139}"/>
              </a:ext>
            </a:extLst>
          </p:cNvPr>
          <p:cNvSpPr>
            <a:spLocks noGrp="1"/>
          </p:cNvSpPr>
          <p:nvPr>
            <p:ph sz="half" idx="2"/>
            <p:custDataLst>
              <p:tags r:id="rId5"/>
            </p:custDataLst>
          </p:nvPr>
        </p:nvSpPr>
        <p:spPr>
          <a:xfrm>
            <a:off x="1869439" y="2387600"/>
            <a:ext cx="4297680" cy="3784600"/>
          </a:xfrm>
        </p:spPr>
        <p:txBody>
          <a:bodyPr>
            <a:normAutofit/>
          </a:bodyPr>
          <a:lstStyle/>
          <a:p>
            <a:r>
              <a:t>Primele idei legate de levitația magnetică apar în 1905, prin experimentele lui Emile Bachelet.</a:t>
            </a:r>
          </a:p>
          <a:p>
            <a:r>
              <a:t>Primul prototip funcțional de tren Maglev a fost dezvoltat în 1971 de Dr. Eric Laithwaite.</a:t>
            </a:r>
          </a:p>
          <a:p>
            <a:r>
              <a:t>Prima linie comercială Maglev a fost inaugurată în 1984, în Birmingham (UK).</a:t>
            </a:r>
          </a:p>
          <a:p>
            <a:r>
              <a:t>Cea mai cunoscută linie modernă este Shanghai Maglev, deschisă în 2004, atingând 431 km/h.</a:t>
            </a:r>
          </a:p>
        </p:txBody>
      </p:sp>
      <p:sp>
        <p:nvSpPr>
          <p:cNvPr id="7" name="Text Placeholder 6">
            <a:extLst>
              <a:ext uri="{FF2B5EF4-FFF2-40B4-BE49-F238E27FC236}">
                <a16:creationId xmlns:a16="http://schemas.microsoft.com/office/drawing/2014/main" id="{742DB6D4-ED85-3BE7-8A4B-9990F88085F9}"/>
              </a:ext>
            </a:extLst>
          </p:cNvPr>
          <p:cNvSpPr>
            <a:spLocks noGrp="1"/>
          </p:cNvSpPr>
          <p:nvPr>
            <p:ph type="body" sz="quarter" idx="3"/>
            <p:custDataLst>
              <p:tags r:id="rId6"/>
            </p:custDataLst>
          </p:nvPr>
        </p:nvSpPr>
        <p:spPr>
          <a:xfrm>
            <a:off x="6724434" y="1615440"/>
            <a:ext cx="4297680" cy="787400"/>
          </a:xfrm>
        </p:spPr>
        <p:txBody>
          <a:bodyPr>
            <a:normAutofit/>
          </a:bodyPr>
          <a:lstStyle/>
          <a:p>
            <a:pPr>
              <a:lnSpc>
                <a:spcPct val="100000"/>
              </a:lnSpc>
            </a:pPr>
            <a:r>
              <a:rPr lang="en-US" sz="1800" b="1" noProof="1"/>
              <a:t>Evoluția maglevului.</a:t>
            </a:r>
          </a:p>
        </p:txBody>
      </p:sp>
      <p:sp>
        <p:nvSpPr>
          <p:cNvPr id="8" name="Content Placeholder 7">
            <a:extLst>
              <a:ext uri="{FF2B5EF4-FFF2-40B4-BE49-F238E27FC236}">
                <a16:creationId xmlns:a16="http://schemas.microsoft.com/office/drawing/2014/main" id="{45FE15B0-B4BD-0C40-EECE-D127CDC241DA}"/>
              </a:ext>
            </a:extLst>
          </p:cNvPr>
          <p:cNvSpPr>
            <a:spLocks noGrp="1"/>
          </p:cNvSpPr>
          <p:nvPr>
            <p:ph sz="quarter" idx="4"/>
            <p:custDataLst>
              <p:tags r:id="rId7"/>
            </p:custDataLst>
          </p:nvPr>
        </p:nvSpPr>
        <p:spPr>
          <a:xfrm>
            <a:off x="6724434" y="2402840"/>
            <a:ext cx="4297680" cy="3784600"/>
          </a:xfrm>
        </p:spPr>
        <p:txBody>
          <a:bodyPr>
            <a:normAutofit/>
          </a:bodyPr>
          <a:lstStyle/>
          <a:p>
            <a:r>
              <a:t>Tehnologia Maglev a evoluat de la prototipuri experimentale la sisteme comerciale de mare viteză.</a:t>
            </a:r>
          </a:p>
          <a:p>
            <a:r>
              <a:t>Japonia a dezvoltat trenul superconductiv SCMAGLEV, care a atins recordul mondial de 603 km/h în 2015.</a:t>
            </a:r>
          </a:p>
          <a:p>
            <a:r>
              <a:t>Materialele moderne și controlul computerizat au crescut eficiența și siguranța.</a:t>
            </a:r>
          </a:p>
          <a:p>
            <a:r>
              <a:t>În prezent, Maglev este utilizat limitat, dar reprezintă direcția viitoare în transportul de mare viteză.</a:t>
            </a:r>
          </a:p>
        </p:txBody>
      </p:sp>
      <p:sp>
        <p:nvSpPr>
          <p:cNvPr id="5" name="Text Placeholder 4">
            <a:extLst>
              <a:ext uri="{FF2B5EF4-FFF2-40B4-BE49-F238E27FC236}">
                <a16:creationId xmlns:a16="http://schemas.microsoft.com/office/drawing/2014/main" id="{74A98660-8F0F-B0D0-E708-9CB3D94FB656}"/>
              </a:ext>
            </a:extLst>
          </p:cNvPr>
          <p:cNvSpPr>
            <a:spLocks noGrp="1"/>
          </p:cNvSpPr>
          <p:nvPr>
            <p:ph type="body" sz="quarter" idx="13"/>
            <p:custDataLst>
              <p:tags r:id="rId8"/>
            </p:custDataLst>
          </p:nvPr>
        </p:nvSpPr>
        <p:spPr>
          <a:xfrm>
            <a:off x="1869439" y="456970"/>
            <a:ext cx="2286000" cy="311610"/>
          </a:xfrm>
          <a:noFill/>
          <a:ln w="19050">
            <a:solidFill>
              <a:schemeClr val="tx2"/>
            </a:solidFill>
          </a:ln>
        </p:spPr>
        <p:txBody>
          <a:bodyPr vert="horz" wrap="none" lIns="91440" tIns="18288" rIns="91440" bIns="18288" rtlCol="0" anchor="ctr">
            <a:normAutofit/>
          </a:bodyPr>
          <a:lstStyle/>
          <a:p>
            <a:r>
              <a:rPr lang="en-US" b="0" cap="all" noProof="1"/>
              <a:t>Istoric</a:t>
            </a:r>
          </a:p>
        </p:txBody>
      </p:sp>
    </p:spTree>
    <p:custDataLst>
      <p:tags r:id="rId1"/>
    </p:custDataLst>
    <p:extLst>
      <p:ext uri="{BB962C8B-B14F-4D97-AF65-F5344CB8AC3E}">
        <p14:creationId xmlns:p14="http://schemas.microsoft.com/office/powerpoint/2010/main" val="19678584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0E31966B-6A1F-0368-7128-2ED28DBB835C}"/>
            </a:ext>
          </a:extLst>
        </p:cNvPr>
        <p:cNvGrpSpPr/>
        <p:nvPr/>
      </p:nvGrpSpPr>
      <p:grpSpPr>
        <a:xfrm>
          <a:off x="0" y="0"/>
          <a:ext cx="0" cy="0"/>
          <a:chOff x="0" y="0"/>
          <a:chExt cx="0" cy="0"/>
        </a:xfrm>
      </p:grpSpPr>
      <p:sp>
        <p:nvSpPr>
          <p:cNvPr id="13" name="Title 12">
            <a:extLst>
              <a:ext uri="{FF2B5EF4-FFF2-40B4-BE49-F238E27FC236}">
                <a16:creationId xmlns:a16="http://schemas.microsoft.com/office/drawing/2014/main" id="{5CA11794-888B-F96C-9394-8DC9F8C67127}"/>
              </a:ext>
            </a:extLst>
          </p:cNvPr>
          <p:cNvSpPr>
            <a:spLocks noGrp="1"/>
          </p:cNvSpPr>
          <p:nvPr>
            <p:ph type="title"/>
            <p:custDataLst>
              <p:tags r:id="rId2"/>
            </p:custDataLst>
          </p:nvPr>
        </p:nvSpPr>
        <p:spPr>
          <a:xfrm>
            <a:off x="609600" y="800100"/>
            <a:ext cx="10972800" cy="685800"/>
          </a:xfrm>
        </p:spPr>
        <p:txBody>
          <a:bodyPr>
            <a:normAutofit/>
          </a:bodyPr>
          <a:lstStyle/>
          <a:p>
            <a:r>
              <a:rPr lang="en-US" noProof="1">
                <a:solidFill>
                  <a:schemeClr val="tx2"/>
                </a:solidFill>
              </a:rPr>
              <a:t>Caracteristica unică</a:t>
            </a:r>
          </a:p>
        </p:txBody>
      </p:sp>
      <p:sp>
        <p:nvSpPr>
          <p:cNvPr id="17" name="Text Placeholder 16">
            <a:extLst>
              <a:ext uri="{FF2B5EF4-FFF2-40B4-BE49-F238E27FC236}">
                <a16:creationId xmlns:a16="http://schemas.microsoft.com/office/drawing/2014/main" id="{6CA2DAF1-CF8E-1670-ABC2-53D89A4382F1}"/>
              </a:ext>
            </a:extLst>
          </p:cNvPr>
          <p:cNvSpPr>
            <a:spLocks noGrp="1"/>
          </p:cNvSpPr>
          <p:nvPr>
            <p:ph type="body" sz="quarter" idx="17"/>
            <p:custDataLst>
              <p:tags r:id="rId3"/>
            </p:custDataLst>
          </p:nvPr>
        </p:nvSpPr>
        <p:spPr>
          <a:xfrm>
            <a:off x="609598" y="467796"/>
            <a:ext cx="2286000" cy="317500"/>
          </a:xfrm>
          <a:noFill/>
          <a:ln w="19050">
            <a:solidFill>
              <a:schemeClr val="tx2"/>
            </a:solidFill>
          </a:ln>
        </p:spPr>
        <p:txBody>
          <a:bodyPr vert="horz" wrap="none" lIns="91440" tIns="18288" rIns="91440" bIns="18288" rtlCol="0" anchor="ctr">
            <a:normAutofit/>
          </a:bodyPr>
          <a:lstStyle/>
          <a:p>
            <a:r>
              <a:rPr lang="en-US" b="0" cap="all" noProof="1"/>
              <a:t>Inovație</a:t>
            </a:r>
          </a:p>
        </p:txBody>
      </p:sp>
      <p:sp>
        <p:nvSpPr>
          <p:cNvPr id="14" name="Content Placeholder 13">
            <a:extLst>
              <a:ext uri="{FF2B5EF4-FFF2-40B4-BE49-F238E27FC236}">
                <a16:creationId xmlns:a16="http://schemas.microsoft.com/office/drawing/2014/main" id="{D31B3E95-865A-38C7-98A0-F34A831880A6}"/>
              </a:ext>
            </a:extLst>
          </p:cNvPr>
          <p:cNvSpPr>
            <a:spLocks noGrp="1"/>
          </p:cNvSpPr>
          <p:nvPr>
            <p:ph sz="half" idx="14"/>
            <p:custDataLst>
              <p:tags r:id="rId4"/>
            </p:custDataLst>
          </p:nvPr>
        </p:nvSpPr>
        <p:spPr>
          <a:xfrm>
            <a:off x="3799840" y="1670808"/>
            <a:ext cx="7782560" cy="1460500"/>
          </a:xfrm>
        </p:spPr>
        <p:txBody>
          <a:bodyPr anchor="t">
            <a:normAutofit/>
          </a:bodyPr>
          <a:lstStyle/>
          <a:p>
            <a:pPr>
              <a:lnSpc>
                <a:spcPct val="125000"/>
              </a:lnSpc>
            </a:pPr>
            <a:r>
              <a:rPr lang="en-US" sz="1600" noProof="1">
                <a:solidFill>
                  <a:schemeClr val="tx2"/>
                </a:solidFill>
              </a:rPr>
              <a:t>Maglevul atinge viteze de până la 600 km/h, fiind cel mai rapid din categoria sa, depășind cu mult modelele tradiționale.</a:t>
            </a:r>
          </a:p>
        </p:txBody>
      </p:sp>
      <p:sp>
        <p:nvSpPr>
          <p:cNvPr id="15" name="Content Placeholder 14">
            <a:extLst>
              <a:ext uri="{FF2B5EF4-FFF2-40B4-BE49-F238E27FC236}">
                <a16:creationId xmlns:a16="http://schemas.microsoft.com/office/drawing/2014/main" id="{7058CA1D-5B79-31C2-A0E6-5DA3DB0AC01C}"/>
              </a:ext>
            </a:extLst>
          </p:cNvPr>
          <p:cNvSpPr>
            <a:spLocks noGrp="1"/>
          </p:cNvSpPr>
          <p:nvPr>
            <p:ph sz="half" idx="15"/>
            <p:custDataLst>
              <p:tags r:id="rId5"/>
            </p:custDataLst>
          </p:nvPr>
        </p:nvSpPr>
        <p:spPr>
          <a:xfrm>
            <a:off x="3799840" y="3203176"/>
            <a:ext cx="7782560" cy="1460500"/>
          </a:xfrm>
        </p:spPr>
        <p:txBody>
          <a:bodyPr anchor="t">
            <a:normAutofit/>
          </a:bodyPr>
          <a:lstStyle/>
          <a:p>
            <a:pPr>
              <a:lnSpc>
                <a:spcPct val="125000"/>
              </a:lnSpc>
            </a:pPr>
            <a:r>
              <a:rPr lang="en-US" sz="1600" noProof="1">
                <a:solidFill>
                  <a:schemeClr val="tx2"/>
                </a:solidFill>
              </a:rPr>
              <a:t>Structura aerodinamică și materialele ușoare folosite reduc consumul de energie și cresc eficiența, făcându-l unic în industrie.</a:t>
            </a:r>
          </a:p>
        </p:txBody>
      </p:sp>
      <p:sp>
        <p:nvSpPr>
          <p:cNvPr id="16" name="Content Placeholder 15">
            <a:extLst>
              <a:ext uri="{FF2B5EF4-FFF2-40B4-BE49-F238E27FC236}">
                <a16:creationId xmlns:a16="http://schemas.microsoft.com/office/drawing/2014/main" id="{E4ECB7E5-7D69-E04C-FDA3-3897D3BA8D87}"/>
              </a:ext>
            </a:extLst>
          </p:cNvPr>
          <p:cNvSpPr>
            <a:spLocks noGrp="1"/>
          </p:cNvSpPr>
          <p:nvPr>
            <p:ph sz="half" idx="16"/>
            <p:custDataLst>
              <p:tags r:id="rId6"/>
            </p:custDataLst>
          </p:nvPr>
        </p:nvSpPr>
        <p:spPr>
          <a:xfrm>
            <a:off x="3799840" y="4735543"/>
            <a:ext cx="7782560" cy="1460500"/>
          </a:xfrm>
        </p:spPr>
        <p:txBody>
          <a:bodyPr anchor="t">
            <a:normAutofit/>
          </a:bodyPr>
          <a:lstStyle/>
          <a:p>
            <a:pPr>
              <a:lnSpc>
                <a:spcPct val="125000"/>
              </a:lnSpc>
            </a:pPr>
            <a:r>
              <a:rPr lang="en-US" sz="1600" noProof="1">
                <a:solidFill>
                  <a:schemeClr val="tx2"/>
                </a:solidFill>
              </a:rPr>
              <a:t>Echipat cu sisteme inteligente de navigație și siguranță, care optimizează traseul și oferă protecție sporită pasagerilor.</a:t>
            </a:r>
          </a:p>
        </p:txBody>
      </p:sp>
      <p:sp>
        <p:nvSpPr>
          <p:cNvPr id="18" name="Text Placeholder 17">
            <a:extLst>
              <a:ext uri="{FF2B5EF4-FFF2-40B4-BE49-F238E27FC236}">
                <a16:creationId xmlns:a16="http://schemas.microsoft.com/office/drawing/2014/main" id="{CD721EA0-6180-E70B-05A9-4169D25A1AB6}"/>
              </a:ext>
            </a:extLst>
          </p:cNvPr>
          <p:cNvSpPr>
            <a:spLocks noGrp="1"/>
          </p:cNvSpPr>
          <p:nvPr>
            <p:ph type="body" idx="18"/>
            <p:custDataLst>
              <p:tags r:id="rId7"/>
            </p:custDataLst>
          </p:nvPr>
        </p:nvSpPr>
        <p:spPr>
          <a:xfrm>
            <a:off x="609598" y="3203176"/>
            <a:ext cx="2997202" cy="1460500"/>
          </a:xfrm>
        </p:spPr>
        <p:txBody>
          <a:bodyPr vert="horz" lIns="91440" tIns="45720" rIns="91440" bIns="45720" rtlCol="0" anchor="t">
            <a:normAutofit/>
          </a:bodyPr>
          <a:lstStyle/>
          <a:p>
            <a:r>
              <a:rPr lang="en-US" noProof="1">
                <a:solidFill>
                  <a:schemeClr val="tx2"/>
                </a:solidFill>
              </a:rPr>
              <a:t>Design revoluționar</a:t>
            </a:r>
          </a:p>
        </p:txBody>
      </p:sp>
      <p:sp>
        <p:nvSpPr>
          <p:cNvPr id="19" name="Text Placeholder 18">
            <a:extLst>
              <a:ext uri="{FF2B5EF4-FFF2-40B4-BE49-F238E27FC236}">
                <a16:creationId xmlns:a16="http://schemas.microsoft.com/office/drawing/2014/main" id="{6E4AC5D5-0ED2-579E-B13C-CF4E683B9D27}"/>
              </a:ext>
            </a:extLst>
          </p:cNvPr>
          <p:cNvSpPr>
            <a:spLocks noGrp="1"/>
          </p:cNvSpPr>
          <p:nvPr>
            <p:ph type="body" idx="19"/>
            <p:custDataLst>
              <p:tags r:id="rId8"/>
            </p:custDataLst>
          </p:nvPr>
        </p:nvSpPr>
        <p:spPr>
          <a:xfrm>
            <a:off x="609600" y="1670808"/>
            <a:ext cx="2997202" cy="1460500"/>
          </a:xfrm>
        </p:spPr>
        <p:txBody>
          <a:bodyPr vert="horz" lIns="91440" tIns="45720" rIns="91440" bIns="45720" rtlCol="0" anchor="t">
            <a:normAutofit/>
          </a:bodyPr>
          <a:lstStyle/>
          <a:p>
            <a:r>
              <a:rPr lang="en-US" noProof="1">
                <a:solidFill>
                  <a:schemeClr val="tx2"/>
                </a:solidFill>
              </a:rPr>
              <a:t>Viteză excepțională</a:t>
            </a:r>
          </a:p>
        </p:txBody>
      </p:sp>
      <p:sp>
        <p:nvSpPr>
          <p:cNvPr id="2" name="Text Placeholder 1">
            <a:extLst>
              <a:ext uri="{FF2B5EF4-FFF2-40B4-BE49-F238E27FC236}">
                <a16:creationId xmlns:a16="http://schemas.microsoft.com/office/drawing/2014/main" id="{A4E8D839-892C-745F-3450-4EA66D631B1E}"/>
              </a:ext>
            </a:extLst>
          </p:cNvPr>
          <p:cNvSpPr>
            <a:spLocks noGrp="1"/>
          </p:cNvSpPr>
          <p:nvPr>
            <p:ph type="body" idx="20"/>
            <p:custDataLst>
              <p:tags r:id="rId9"/>
            </p:custDataLst>
          </p:nvPr>
        </p:nvSpPr>
        <p:spPr>
          <a:xfrm>
            <a:off x="609598" y="4735543"/>
            <a:ext cx="2997202" cy="1460500"/>
          </a:xfrm>
        </p:spPr>
        <p:txBody>
          <a:bodyPr vert="horz" lIns="91440" tIns="45720" rIns="91440" bIns="45720" rtlCol="0" anchor="t">
            <a:normAutofit/>
          </a:bodyPr>
          <a:lstStyle/>
          <a:p>
            <a:r>
              <a:rPr lang="en-US" noProof="1">
                <a:solidFill>
                  <a:schemeClr val="tx2"/>
                </a:solidFill>
              </a:rPr>
              <a:t>Tehnologie avansată</a:t>
            </a:r>
          </a:p>
        </p:txBody>
      </p:sp>
    </p:spTree>
    <p:custDataLst>
      <p:tags r:id="rId1"/>
    </p:custDataLst>
    <p:extLst>
      <p:ext uri="{BB962C8B-B14F-4D97-AF65-F5344CB8AC3E}">
        <p14:creationId xmlns:p14="http://schemas.microsoft.com/office/powerpoint/2010/main" val="305065030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Google Shape;781;p94">
            <a:extLst>
              <a:ext uri="{FF2B5EF4-FFF2-40B4-BE49-F238E27FC236}">
                <a16:creationId xmlns:a16="http://schemas.microsoft.com/office/drawing/2014/main" id="{60126460-A051-0C40-EE78-105E33467F97}"/>
              </a:ext>
            </a:extLst>
          </p:cNvPr>
          <p:cNvPicPr preferRelativeResize="0"/>
          <p:nvPr>
            <p:custDataLst>
              <p:tags r:id="rId2"/>
            </p:custDataLst>
          </p:nvPr>
        </p:nvPicPr>
        <p:blipFill rotWithShape="1">
          <a:blip r:embed="rId12" cstate="screen">
            <a:alphaModFix amt="34000"/>
            <a:extLst>
              <a:ext uri="{28A0092B-C50C-407E-A947-70E740481C1C}">
                <a14:useLocalDpi xmlns:a14="http://schemas.microsoft.com/office/drawing/2010/main"/>
              </a:ext>
            </a:extLst>
          </a:blip>
          <a:srcRect/>
          <a:stretch/>
        </p:blipFill>
        <p:spPr>
          <a:xfrm>
            <a:off x="-10159" y="0"/>
            <a:ext cx="3474720" cy="6858000"/>
          </a:xfrm>
          <a:prstGeom prst="rect">
            <a:avLst/>
          </a:prstGeom>
          <a:noFill/>
          <a:ln>
            <a:noFill/>
          </a:ln>
        </p:spPr>
      </p:pic>
      <p:sp>
        <p:nvSpPr>
          <p:cNvPr id="4" name="Title 3">
            <a:extLst>
              <a:ext uri="{FF2B5EF4-FFF2-40B4-BE49-F238E27FC236}">
                <a16:creationId xmlns:a16="http://schemas.microsoft.com/office/drawing/2014/main" id="{02BD3BEF-3DDC-EFF6-04A3-542C6EABD079}"/>
              </a:ext>
            </a:extLst>
          </p:cNvPr>
          <p:cNvSpPr>
            <a:spLocks noGrp="1"/>
          </p:cNvSpPr>
          <p:nvPr>
            <p:ph type="title"/>
            <p:custDataLst>
              <p:tags r:id="rId3"/>
            </p:custDataLst>
          </p:nvPr>
        </p:nvSpPr>
        <p:spPr/>
        <p:txBody>
          <a:bodyPr>
            <a:normAutofit/>
          </a:bodyPr>
          <a:lstStyle/>
          <a:p>
            <a:r>
              <a:rPr lang="en-US" noProof="1"/>
              <a:t>Cum funcționează</a:t>
            </a:r>
          </a:p>
        </p:txBody>
      </p:sp>
      <p:sp>
        <p:nvSpPr>
          <p:cNvPr id="2" name="Text Placeholder 1">
            <a:extLst>
              <a:ext uri="{FF2B5EF4-FFF2-40B4-BE49-F238E27FC236}">
                <a16:creationId xmlns:a16="http://schemas.microsoft.com/office/drawing/2014/main" id="{50DAD59D-6660-E3CC-EBBD-8F9A58AAA134}"/>
              </a:ext>
            </a:extLst>
          </p:cNvPr>
          <p:cNvSpPr>
            <a:spLocks noGrp="1"/>
          </p:cNvSpPr>
          <p:nvPr>
            <p:ph type="body" sz="quarter" idx="23"/>
            <p:custDataLst>
              <p:tags r:id="rId4"/>
            </p:custDataLst>
          </p:nvPr>
        </p:nvSpPr>
        <p:spPr>
          <a:xfrm>
            <a:off x="609598" y="467796"/>
            <a:ext cx="2286000" cy="311610"/>
          </a:xfrm>
          <a:noFill/>
          <a:ln w="19050">
            <a:solidFill>
              <a:schemeClr val="tx2"/>
            </a:solidFill>
          </a:ln>
        </p:spPr>
        <p:txBody>
          <a:bodyPr vert="horz" wrap="none" lIns="91440" tIns="18288" rIns="91440" bIns="18288" rtlCol="0" anchor="ctr">
            <a:normAutofit/>
          </a:bodyPr>
          <a:lstStyle/>
          <a:p>
            <a:r>
              <a:rPr lang="en-US" b="0" cap="all" noProof="1"/>
              <a:t>Funcționare</a:t>
            </a:r>
          </a:p>
        </p:txBody>
      </p:sp>
      <p:sp>
        <p:nvSpPr>
          <p:cNvPr id="3" name="Content Placeholder 2">
            <a:extLst>
              <a:ext uri="{FF2B5EF4-FFF2-40B4-BE49-F238E27FC236}">
                <a16:creationId xmlns:a16="http://schemas.microsoft.com/office/drawing/2014/main" id="{D45F11BD-1796-5EBC-FAC3-5CDD146B1139}"/>
              </a:ext>
            </a:extLst>
          </p:cNvPr>
          <p:cNvSpPr>
            <a:spLocks noGrp="1"/>
          </p:cNvSpPr>
          <p:nvPr>
            <p:ph sz="half" idx="14"/>
            <p:custDataLst>
              <p:tags r:id="rId5"/>
            </p:custDataLst>
          </p:nvPr>
        </p:nvSpPr>
        <p:spPr>
          <a:xfrm>
            <a:off x="6096000" y="1618340"/>
            <a:ext cx="5486400" cy="2194560"/>
          </a:xfrm>
        </p:spPr>
        <p:txBody>
          <a:bodyPr anchor="t">
            <a:normAutofit/>
          </a:bodyPr>
          <a:lstStyle/>
          <a:p>
            <a:pPr marL="11113" indent="0">
              <a:lnSpc>
                <a:spcPct val="125000"/>
              </a:lnSpc>
              <a:buNone/>
            </a:pPr>
            <a:r>
              <a:rPr lang="en-US" sz="1600" noProof="1"/>
              <a:t>Motorul electric puternic al vehiculului transformă energia electrică în mișcare, asigurând o funcționare silențioasă și ecologică.</a:t>
            </a:r>
          </a:p>
        </p:txBody>
      </p:sp>
      <p:sp>
        <p:nvSpPr>
          <p:cNvPr id="8" name="Content Placeholder 7">
            <a:extLst>
              <a:ext uri="{FF2B5EF4-FFF2-40B4-BE49-F238E27FC236}">
                <a16:creationId xmlns:a16="http://schemas.microsoft.com/office/drawing/2014/main" id="{45FE15B0-B4BD-0C40-EECE-D127CDC241DA}"/>
              </a:ext>
            </a:extLst>
          </p:cNvPr>
          <p:cNvSpPr>
            <a:spLocks noGrp="1"/>
          </p:cNvSpPr>
          <p:nvPr>
            <p:ph sz="half" idx="15"/>
            <p:custDataLst>
              <p:tags r:id="rId6"/>
            </p:custDataLst>
          </p:nvPr>
        </p:nvSpPr>
        <p:spPr>
          <a:xfrm>
            <a:off x="6096000" y="4035812"/>
            <a:ext cx="5486400" cy="2194560"/>
          </a:xfrm>
        </p:spPr>
        <p:txBody>
          <a:bodyPr anchor="t">
            <a:normAutofit/>
          </a:bodyPr>
          <a:lstStyle/>
          <a:p>
            <a:pPr marL="11113" indent="0">
              <a:lnSpc>
                <a:spcPct val="125000"/>
              </a:lnSpc>
              <a:buNone/>
            </a:pPr>
            <a:r>
              <a:rPr lang="en-US" sz="1600" noProof="1"/>
              <a:t>Sistemul integrat de control folosește senzori și software inteligent pentru a ghida vehiculul în siguranță, adaptând viteza și direcția în timp real.</a:t>
            </a:r>
          </a:p>
        </p:txBody>
      </p:sp>
      <p:sp>
        <p:nvSpPr>
          <p:cNvPr id="7" name="Text Placeholder 6">
            <a:extLst>
              <a:ext uri="{FF2B5EF4-FFF2-40B4-BE49-F238E27FC236}">
                <a16:creationId xmlns:a16="http://schemas.microsoft.com/office/drawing/2014/main" id="{742DB6D4-ED85-3BE7-8A4B-9990F88085F9}"/>
              </a:ext>
            </a:extLst>
          </p:cNvPr>
          <p:cNvSpPr>
            <a:spLocks noGrp="1"/>
          </p:cNvSpPr>
          <p:nvPr>
            <p:ph type="body" idx="17"/>
            <p:custDataLst>
              <p:tags r:id="rId7"/>
            </p:custDataLst>
          </p:nvPr>
        </p:nvSpPr>
        <p:spPr>
          <a:xfrm>
            <a:off x="3771340" y="1623054"/>
            <a:ext cx="2194561" cy="2194560"/>
          </a:xfrm>
        </p:spPr>
        <p:txBody>
          <a:bodyPr vert="horz" lIns="91440" tIns="45720" rIns="91440" bIns="45720" rtlCol="0" anchor="t">
            <a:normAutofit/>
          </a:bodyPr>
          <a:lstStyle/>
          <a:p>
            <a:r>
              <a:rPr lang="en-US" sz="1800" noProof="1"/>
              <a:t>Sistemul de propulsie</a:t>
            </a:r>
          </a:p>
        </p:txBody>
      </p:sp>
      <p:sp>
        <p:nvSpPr>
          <p:cNvPr id="5" name="Text Placeholder 4">
            <a:extLst>
              <a:ext uri="{FF2B5EF4-FFF2-40B4-BE49-F238E27FC236}">
                <a16:creationId xmlns:a16="http://schemas.microsoft.com/office/drawing/2014/main" id="{74A98660-8F0F-B0D0-E708-9CB3D94FB656}"/>
              </a:ext>
            </a:extLst>
          </p:cNvPr>
          <p:cNvSpPr>
            <a:spLocks noGrp="1"/>
          </p:cNvSpPr>
          <p:nvPr>
            <p:ph type="body" idx="18"/>
            <p:custDataLst>
              <p:tags r:id="rId8"/>
            </p:custDataLst>
          </p:nvPr>
        </p:nvSpPr>
        <p:spPr>
          <a:xfrm>
            <a:off x="3771340" y="4038712"/>
            <a:ext cx="2194561" cy="2194560"/>
          </a:xfrm>
        </p:spPr>
        <p:txBody>
          <a:bodyPr anchor="t">
            <a:normAutofit/>
          </a:bodyPr>
          <a:lstStyle/>
          <a:p>
            <a:r>
              <a:rPr lang="en-US" sz="1800" noProof="1"/>
              <a:t>Control și navigație</a:t>
            </a:r>
          </a:p>
        </p:txBody>
      </p:sp>
      <p:pic>
        <p:nvPicPr>
          <p:cNvPr id="34" name="Picture Placeholder 33" descr="A group of boats in a body of water&#10;&#10;Description automatically generated">
            <a:extLst>
              <a:ext uri="{FF2B5EF4-FFF2-40B4-BE49-F238E27FC236}">
                <a16:creationId xmlns:a16="http://schemas.microsoft.com/office/drawing/2014/main" id="{A614EE60-75A6-747C-AA71-7C2FEB18B95D}"/>
              </a:ext>
            </a:extLst>
          </p:cNvPr>
          <p:cNvPicPr>
            <a:picLocks noGrp="1" noChangeAspect="1"/>
          </p:cNvPicPr>
          <p:nvPr>
            <p:ph type="pic" sz="quarter" idx="4294967295"/>
            <p:custDataLst>
              <p:tags r:id="rId9"/>
            </p:custDataLst>
          </p:nvPr>
        </p:nvPicPr>
        <p:blipFill rotWithShape="1">
          <a:blip r:embed="rId13" cstate="screen">
            <a:alphaModFix amt="75000"/>
            <a:extLst>
              <a:ext uri="{28A0092B-C50C-407E-A947-70E740481C1C}">
                <a14:useLocalDpi xmlns:a14="http://schemas.microsoft.com/office/drawing/2010/main"/>
              </a:ext>
            </a:extLst>
          </a:blip>
          <a:srcRect/>
          <a:stretch/>
        </p:blipFill>
        <p:spPr>
          <a:xfrm>
            <a:off x="427035" y="1485900"/>
            <a:ext cx="2468563" cy="2468563"/>
          </a:xfrm>
          <a:prstGeom prst="ellipse">
            <a:avLst/>
          </a:prstGeom>
          <a:ln>
            <a:solidFill>
              <a:schemeClr val="tx2"/>
            </a:solidFill>
          </a:ln>
        </p:spPr>
      </p:pic>
      <p:pic>
        <p:nvPicPr>
          <p:cNvPr id="36" name="Picture Placeholder 35" descr="A large building with a large building in the background&#10;&#10;Description automatically generated">
            <a:extLst>
              <a:ext uri="{FF2B5EF4-FFF2-40B4-BE49-F238E27FC236}">
                <a16:creationId xmlns:a16="http://schemas.microsoft.com/office/drawing/2014/main" id="{EE1EA99F-C1CD-7113-8EFB-2FC8F01B95AB}"/>
              </a:ext>
            </a:extLst>
          </p:cNvPr>
          <p:cNvPicPr>
            <a:picLocks noGrp="1" noChangeAspect="1"/>
          </p:cNvPicPr>
          <p:nvPr>
            <p:ph type="pic" sz="quarter" idx="4294967295"/>
            <p:custDataLst>
              <p:tags r:id="rId10"/>
            </p:custDataLst>
          </p:nvPr>
        </p:nvPicPr>
        <p:blipFill rotWithShape="1">
          <a:blip r:embed="rId14" cstate="screen">
            <a:alphaModFix amt="75000"/>
            <a:extLst>
              <a:ext uri="{28A0092B-C50C-407E-A947-70E740481C1C}">
                <a14:useLocalDpi xmlns:a14="http://schemas.microsoft.com/office/drawing/2010/main"/>
              </a:ext>
            </a:extLst>
          </a:blip>
          <a:srcRect/>
          <a:stretch/>
        </p:blipFill>
        <p:spPr>
          <a:xfrm>
            <a:off x="427034" y="4035812"/>
            <a:ext cx="2468563" cy="2468562"/>
          </a:xfrm>
          <a:prstGeom prst="ellipse">
            <a:avLst/>
          </a:prstGeom>
          <a:ln>
            <a:solidFill>
              <a:schemeClr val="tx2"/>
            </a:solidFill>
          </a:ln>
        </p:spPr>
      </p:pic>
    </p:spTree>
    <p:custDataLst>
      <p:tags r:id="rId1"/>
    </p:custDataLst>
    <p:extLst>
      <p:ext uri="{BB962C8B-B14F-4D97-AF65-F5344CB8AC3E}">
        <p14:creationId xmlns:p14="http://schemas.microsoft.com/office/powerpoint/2010/main" val="4229914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F99132-A4CE-DB65-793F-F2A9B8D302A6}"/>
            </a:ext>
          </a:extLst>
        </p:cNvPr>
        <p:cNvGrpSpPr/>
        <p:nvPr/>
      </p:nvGrpSpPr>
      <p:grpSpPr>
        <a:xfrm>
          <a:off x="0" y="0"/>
          <a:ext cx="0" cy="0"/>
          <a:chOff x="0" y="0"/>
          <a:chExt cx="0" cy="0"/>
        </a:xfrm>
      </p:grpSpPr>
      <p:sp>
        <p:nvSpPr>
          <p:cNvPr id="5" name="Content Placeholder 9">
            <a:extLst>
              <a:ext uri="{FF2B5EF4-FFF2-40B4-BE49-F238E27FC236}">
                <a16:creationId xmlns:a16="http://schemas.microsoft.com/office/drawing/2014/main" id="{99FFA07B-3103-996D-A3A7-1BFACD96A2C1}"/>
              </a:ext>
            </a:extLst>
          </p:cNvPr>
          <p:cNvSpPr txBox="1">
            <a:spLocks/>
          </p:cNvSpPr>
          <p:nvPr>
            <p:custDataLst>
              <p:tags r:id="rId2"/>
            </p:custDataLst>
          </p:nvPr>
        </p:nvSpPr>
        <p:spPr>
          <a:xfrm>
            <a:off x="1432558" y="4160455"/>
            <a:ext cx="2926080" cy="1869812"/>
          </a:xfrm>
          <a:prstGeom prst="rect">
            <a:avLst/>
          </a:prstGeom>
        </p:spPr>
        <p:txBody>
          <a:bodyPr>
            <a:normAutofit fontScale="62500" lnSpcReduction="20000"/>
          </a:bodyPr>
          <a:lstStyle>
            <a:lvl1pPr marL="347663" indent="-336550" algn="l" defTabSz="914377" rtl="0" eaLnBrk="1" fontAlgn="ctr" latinLnBrk="0" hangingPunct="1">
              <a:lnSpc>
                <a:spcPct val="110000"/>
              </a:lnSpc>
              <a:spcBef>
                <a:spcPts val="1200"/>
              </a:spcBef>
              <a:buSzPct val="50000"/>
              <a:buFont typeface="System Font Regular"/>
              <a:buChar char="•"/>
              <a:tabLst/>
              <a:defRPr sz="1800" b="0" i="0" kern="1200" spc="0" normalizeH="0" baseline="0">
                <a:solidFill>
                  <a:schemeClr val="tx1"/>
                </a:solidFill>
                <a:latin typeface="+mn-lt"/>
                <a:ea typeface="+mn-ea"/>
                <a:cs typeface="Arial" panose="020B0604020202020204" pitchFamily="34" charset="0"/>
              </a:defRPr>
            </a:lvl1pPr>
            <a:lvl2pPr marL="696913" indent="-354013" algn="l" defTabSz="914377" rtl="0" eaLnBrk="1" fontAlgn="ctr" latinLnBrk="0" hangingPunct="1">
              <a:lnSpc>
                <a:spcPct val="110000"/>
              </a:lnSpc>
              <a:spcBef>
                <a:spcPts val="1200"/>
              </a:spcBef>
              <a:buSzPct val="50000"/>
              <a:buFont typeface="System Font Regular"/>
              <a:buChar char="•"/>
              <a:tabLst/>
              <a:defRPr sz="1800" b="0" i="0" kern="1200" spc="0" normalizeH="0" baseline="0">
                <a:solidFill>
                  <a:schemeClr val="tx1"/>
                </a:solidFill>
                <a:latin typeface="+mn-lt"/>
                <a:ea typeface="+mn-ea"/>
                <a:cs typeface="Arial" panose="020B0604020202020204" pitchFamily="34" charset="0"/>
              </a:defRPr>
            </a:lvl2pPr>
            <a:lvl3pPr marL="1144588" indent="-344488" algn="l" defTabSz="914377" rtl="0" eaLnBrk="1" fontAlgn="ctr" latinLnBrk="0" hangingPunct="1">
              <a:lnSpc>
                <a:spcPct val="110000"/>
              </a:lnSpc>
              <a:spcBef>
                <a:spcPts val="1200"/>
              </a:spcBef>
              <a:buSzPct val="50000"/>
              <a:buFont typeface="System Font Regular"/>
              <a:buChar char="•"/>
              <a:tabLst/>
              <a:defRPr sz="1800" b="0" i="0" kern="1200" spc="0" normalizeH="0" baseline="0">
                <a:solidFill>
                  <a:schemeClr val="tx1"/>
                </a:solidFill>
                <a:latin typeface="+mn-lt"/>
                <a:ea typeface="+mn-ea"/>
                <a:cs typeface="Arial" panose="020B0604020202020204" pitchFamily="34" charset="0"/>
              </a:defRPr>
            </a:lvl3pPr>
            <a:lvl4pPr marL="1604963" indent="-347663" algn="l" defTabSz="914377" rtl="0" eaLnBrk="1" fontAlgn="ctr" latinLnBrk="0" hangingPunct="1">
              <a:lnSpc>
                <a:spcPct val="110000"/>
              </a:lnSpc>
              <a:spcBef>
                <a:spcPts val="1200"/>
              </a:spcBef>
              <a:buSzPct val="50000"/>
              <a:buFont typeface="System Font Regular"/>
              <a:buChar char="•"/>
              <a:tabLst/>
              <a:defRPr sz="1800" b="0" i="0" kern="1200" spc="0" normalizeH="0" baseline="0">
                <a:solidFill>
                  <a:schemeClr val="tx1"/>
                </a:solidFill>
                <a:latin typeface="+mn-lt"/>
                <a:ea typeface="+mn-ea"/>
                <a:cs typeface="Arial" panose="020B0604020202020204" pitchFamily="34" charset="0"/>
              </a:defRPr>
            </a:lvl4pPr>
            <a:lvl5pPr marL="2065338" indent="-349250" algn="l" defTabSz="914377" rtl="0" eaLnBrk="1" fontAlgn="ctr" latinLnBrk="0" hangingPunct="1">
              <a:lnSpc>
                <a:spcPct val="110000"/>
              </a:lnSpc>
              <a:spcBef>
                <a:spcPts val="1200"/>
              </a:spcBef>
              <a:buSzPct val="50000"/>
              <a:buFont typeface="System Font Regular"/>
              <a:buChar char="•"/>
              <a:tabLst/>
              <a:defRPr sz="1800" b="0" i="0" kern="1200" spc="0" normalizeH="0" baseline="0">
                <a:solidFill>
                  <a:schemeClr val="tx1"/>
                </a:solidFill>
                <a:latin typeface="+mn-lt"/>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1113" indent="0">
              <a:lnSpc>
                <a:spcPct val="120000"/>
              </a:lnSpc>
              <a:buFont typeface="System Font Regular"/>
              <a:buNone/>
            </a:pPr>
            <a:r>
              <a:rPr lang="en-US" sz="1600" noProof="1"/>
              <a:t>• Viteză foarte mare (până la 603 km/h în teste, 431 km/h comercial).
• Foarte silențios datorită lipsei contactului cu șinele.
• Uzură minimă, costuri reduse de mentenanță.
• Confort ridicat pentru pasageri, fără vibrații.
• Eficiență energetică bună și emisii reduse.</a:t>
            </a:r>
          </a:p>
        </p:txBody>
      </p:sp>
      <p:sp>
        <p:nvSpPr>
          <p:cNvPr id="6" name="Content Placeholder 10">
            <a:extLst>
              <a:ext uri="{FF2B5EF4-FFF2-40B4-BE49-F238E27FC236}">
                <a16:creationId xmlns:a16="http://schemas.microsoft.com/office/drawing/2014/main" id="{92C2D207-70D0-0C2D-C1CB-4FA0AADE11CC}"/>
              </a:ext>
            </a:extLst>
          </p:cNvPr>
          <p:cNvSpPr txBox="1">
            <a:spLocks/>
          </p:cNvSpPr>
          <p:nvPr>
            <p:custDataLst>
              <p:tags r:id="rId3"/>
            </p:custDataLst>
          </p:nvPr>
        </p:nvSpPr>
        <p:spPr>
          <a:xfrm>
            <a:off x="6913568" y="4160455"/>
            <a:ext cx="2926080" cy="1869812"/>
          </a:xfrm>
          <a:prstGeom prst="rect">
            <a:avLst/>
          </a:prstGeom>
        </p:spPr>
        <p:txBody>
          <a:bodyPr>
            <a:normAutofit fontScale="62500" lnSpcReduction="20000"/>
          </a:bodyPr>
          <a:lstStyle>
            <a:lvl1pPr marL="347663" indent="-336550" algn="l" defTabSz="914377" rtl="0" eaLnBrk="1" fontAlgn="ctr" latinLnBrk="0" hangingPunct="1">
              <a:lnSpc>
                <a:spcPct val="110000"/>
              </a:lnSpc>
              <a:spcBef>
                <a:spcPts val="1200"/>
              </a:spcBef>
              <a:buSzPct val="50000"/>
              <a:buFont typeface="System Font Regular"/>
              <a:buChar char="•"/>
              <a:tabLst/>
              <a:defRPr sz="1800" b="0" i="0" kern="1200" spc="0" normalizeH="0" baseline="0">
                <a:solidFill>
                  <a:schemeClr val="tx1"/>
                </a:solidFill>
                <a:latin typeface="+mn-lt"/>
                <a:ea typeface="+mn-ea"/>
                <a:cs typeface="Arial" panose="020B0604020202020204" pitchFamily="34" charset="0"/>
              </a:defRPr>
            </a:lvl1pPr>
            <a:lvl2pPr marL="696913" indent="-354013" algn="l" defTabSz="914377" rtl="0" eaLnBrk="1" fontAlgn="ctr" latinLnBrk="0" hangingPunct="1">
              <a:lnSpc>
                <a:spcPct val="110000"/>
              </a:lnSpc>
              <a:spcBef>
                <a:spcPts val="1200"/>
              </a:spcBef>
              <a:buSzPct val="50000"/>
              <a:buFont typeface="System Font Regular"/>
              <a:buChar char="•"/>
              <a:tabLst/>
              <a:defRPr sz="1800" b="0" i="0" kern="1200" spc="0" normalizeH="0" baseline="0">
                <a:solidFill>
                  <a:schemeClr val="tx1"/>
                </a:solidFill>
                <a:latin typeface="+mn-lt"/>
                <a:ea typeface="+mn-ea"/>
                <a:cs typeface="Arial" panose="020B0604020202020204" pitchFamily="34" charset="0"/>
              </a:defRPr>
            </a:lvl2pPr>
            <a:lvl3pPr marL="1144588" indent="-344488" algn="l" defTabSz="914377" rtl="0" eaLnBrk="1" fontAlgn="ctr" latinLnBrk="0" hangingPunct="1">
              <a:lnSpc>
                <a:spcPct val="110000"/>
              </a:lnSpc>
              <a:spcBef>
                <a:spcPts val="1200"/>
              </a:spcBef>
              <a:buSzPct val="50000"/>
              <a:buFont typeface="System Font Regular"/>
              <a:buChar char="•"/>
              <a:tabLst/>
              <a:defRPr sz="1800" b="0" i="0" kern="1200" spc="0" normalizeH="0" baseline="0">
                <a:solidFill>
                  <a:schemeClr val="tx1"/>
                </a:solidFill>
                <a:latin typeface="+mn-lt"/>
                <a:ea typeface="+mn-ea"/>
                <a:cs typeface="Arial" panose="020B0604020202020204" pitchFamily="34" charset="0"/>
              </a:defRPr>
            </a:lvl3pPr>
            <a:lvl4pPr marL="1604963" indent="-347663" algn="l" defTabSz="914377" rtl="0" eaLnBrk="1" fontAlgn="ctr" latinLnBrk="0" hangingPunct="1">
              <a:lnSpc>
                <a:spcPct val="110000"/>
              </a:lnSpc>
              <a:spcBef>
                <a:spcPts val="1200"/>
              </a:spcBef>
              <a:buSzPct val="50000"/>
              <a:buFont typeface="System Font Regular"/>
              <a:buChar char="•"/>
              <a:tabLst/>
              <a:defRPr sz="1800" b="0" i="0" kern="1200" spc="0" normalizeH="0" baseline="0">
                <a:solidFill>
                  <a:schemeClr val="tx1"/>
                </a:solidFill>
                <a:latin typeface="+mn-lt"/>
                <a:ea typeface="+mn-ea"/>
                <a:cs typeface="Arial" panose="020B0604020202020204" pitchFamily="34" charset="0"/>
              </a:defRPr>
            </a:lvl4pPr>
            <a:lvl5pPr marL="2065338" indent="-349250" algn="l" defTabSz="914377" rtl="0" eaLnBrk="1" fontAlgn="ctr" latinLnBrk="0" hangingPunct="1">
              <a:lnSpc>
                <a:spcPct val="110000"/>
              </a:lnSpc>
              <a:spcBef>
                <a:spcPts val="1200"/>
              </a:spcBef>
              <a:buSzPct val="50000"/>
              <a:buFont typeface="System Font Regular"/>
              <a:buChar char="•"/>
              <a:tabLst/>
              <a:defRPr sz="1800" b="0" i="0" kern="1200" spc="0" normalizeH="0" baseline="0">
                <a:solidFill>
                  <a:schemeClr val="tx1"/>
                </a:solidFill>
                <a:latin typeface="+mn-lt"/>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1113" indent="0" algn="r">
              <a:lnSpc>
                <a:spcPct val="120000"/>
              </a:lnSpc>
              <a:buFont typeface="System Font Regular"/>
              <a:buNone/>
            </a:pPr>
            <a:r>
              <a:rPr lang="en-US" sz="1600" noProof="1"/>
              <a:t>• Cost extrem de mare pentru infrastructură.
• Compatibilitate redusă – necesită linii dedicate.
• Puține rute existente la nivel global.
• Cost ridicat al biletelor.
• Dificultăți în extinderea rețelei din cauza terenului și logisticii.</a:t>
            </a:r>
          </a:p>
        </p:txBody>
      </p:sp>
      <p:sp>
        <p:nvSpPr>
          <p:cNvPr id="18" name="Text Placeholder 12">
            <a:extLst>
              <a:ext uri="{FF2B5EF4-FFF2-40B4-BE49-F238E27FC236}">
                <a16:creationId xmlns:a16="http://schemas.microsoft.com/office/drawing/2014/main" id="{CBEB8F53-C6F6-82AE-5A6B-9BC813F9FD3F}"/>
              </a:ext>
            </a:extLst>
          </p:cNvPr>
          <p:cNvSpPr txBox="1">
            <a:spLocks/>
          </p:cNvSpPr>
          <p:nvPr>
            <p:custDataLst>
              <p:tags r:id="rId4"/>
            </p:custDataLst>
          </p:nvPr>
        </p:nvSpPr>
        <p:spPr>
          <a:xfrm>
            <a:off x="1432558" y="3425905"/>
            <a:ext cx="2926080" cy="591086"/>
          </a:xfrm>
          <a:prstGeom prst="rect">
            <a:avLst/>
          </a:prstGeom>
        </p:spPr>
        <p:txBody>
          <a:bodyPr anchor="t">
            <a:noAutofit/>
          </a:bodyPr>
          <a:lstStyle>
            <a:lvl1pPr marL="347663" indent="-336550" algn="l" defTabSz="914377" rtl="0" eaLnBrk="1" fontAlgn="ctr" latinLnBrk="0" hangingPunct="1">
              <a:lnSpc>
                <a:spcPct val="110000"/>
              </a:lnSpc>
              <a:spcBef>
                <a:spcPts val="1200"/>
              </a:spcBef>
              <a:buSzPct val="50000"/>
              <a:buFont typeface="System Font Regular"/>
              <a:buChar char="•"/>
              <a:tabLst/>
              <a:defRPr sz="1800" b="0" i="0" kern="1200" spc="0" normalizeH="0" baseline="0">
                <a:solidFill>
                  <a:schemeClr val="tx1"/>
                </a:solidFill>
                <a:latin typeface="+mn-lt"/>
                <a:ea typeface="+mn-ea"/>
                <a:cs typeface="Arial" panose="020B0604020202020204" pitchFamily="34" charset="0"/>
              </a:defRPr>
            </a:lvl1pPr>
            <a:lvl2pPr marL="696913" indent="-354013" algn="l" defTabSz="914377" rtl="0" eaLnBrk="1" fontAlgn="ctr" latinLnBrk="0" hangingPunct="1">
              <a:lnSpc>
                <a:spcPct val="110000"/>
              </a:lnSpc>
              <a:spcBef>
                <a:spcPts val="1200"/>
              </a:spcBef>
              <a:buSzPct val="50000"/>
              <a:buFont typeface="System Font Regular"/>
              <a:buChar char="•"/>
              <a:tabLst/>
              <a:defRPr sz="1800" b="0" i="0" kern="1200" spc="0" normalizeH="0" baseline="0">
                <a:solidFill>
                  <a:schemeClr val="tx1"/>
                </a:solidFill>
                <a:latin typeface="+mn-lt"/>
                <a:ea typeface="+mn-ea"/>
                <a:cs typeface="Arial" panose="020B0604020202020204" pitchFamily="34" charset="0"/>
              </a:defRPr>
            </a:lvl2pPr>
            <a:lvl3pPr marL="1144588" indent="-344488" algn="l" defTabSz="914377" rtl="0" eaLnBrk="1" fontAlgn="ctr" latinLnBrk="0" hangingPunct="1">
              <a:lnSpc>
                <a:spcPct val="110000"/>
              </a:lnSpc>
              <a:spcBef>
                <a:spcPts val="1200"/>
              </a:spcBef>
              <a:buSzPct val="50000"/>
              <a:buFont typeface="System Font Regular"/>
              <a:buChar char="•"/>
              <a:tabLst/>
              <a:defRPr sz="1800" b="0" i="0" kern="1200" spc="0" normalizeH="0" baseline="0">
                <a:solidFill>
                  <a:schemeClr val="tx1"/>
                </a:solidFill>
                <a:latin typeface="+mn-lt"/>
                <a:ea typeface="+mn-ea"/>
                <a:cs typeface="Arial" panose="020B0604020202020204" pitchFamily="34" charset="0"/>
              </a:defRPr>
            </a:lvl3pPr>
            <a:lvl4pPr marL="1604963" indent="-347663" algn="l" defTabSz="914377" rtl="0" eaLnBrk="1" fontAlgn="ctr" latinLnBrk="0" hangingPunct="1">
              <a:lnSpc>
                <a:spcPct val="110000"/>
              </a:lnSpc>
              <a:spcBef>
                <a:spcPts val="1200"/>
              </a:spcBef>
              <a:buSzPct val="50000"/>
              <a:buFont typeface="System Font Regular"/>
              <a:buChar char="•"/>
              <a:tabLst/>
              <a:defRPr sz="1800" b="0" i="0" kern="1200" spc="0" normalizeH="0" baseline="0">
                <a:solidFill>
                  <a:schemeClr val="tx1"/>
                </a:solidFill>
                <a:latin typeface="+mn-lt"/>
                <a:ea typeface="+mn-ea"/>
                <a:cs typeface="Arial" panose="020B0604020202020204" pitchFamily="34" charset="0"/>
              </a:defRPr>
            </a:lvl4pPr>
            <a:lvl5pPr marL="2065338" indent="-349250" algn="l" defTabSz="914377" rtl="0" eaLnBrk="1" fontAlgn="ctr" latinLnBrk="0" hangingPunct="1">
              <a:lnSpc>
                <a:spcPct val="110000"/>
              </a:lnSpc>
              <a:spcBef>
                <a:spcPts val="1200"/>
              </a:spcBef>
              <a:buSzPct val="50000"/>
              <a:buFont typeface="System Font Regular"/>
              <a:buChar char="•"/>
              <a:tabLst/>
              <a:defRPr sz="1800" b="0" i="0" kern="1200" spc="0" normalizeH="0" baseline="0">
                <a:solidFill>
                  <a:schemeClr val="tx1"/>
                </a:solidFill>
                <a:latin typeface="+mn-lt"/>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1113" indent="0">
              <a:lnSpc>
                <a:spcPct val="85000"/>
              </a:lnSpc>
              <a:buNone/>
            </a:pPr>
            <a:r>
              <a:rPr lang="en-US" b="1" noProof="1">
                <a:latin typeface="+mj-lt"/>
              </a:rPr>
              <a:t>Avantaje</a:t>
            </a:r>
          </a:p>
        </p:txBody>
      </p:sp>
      <p:sp>
        <p:nvSpPr>
          <p:cNvPr id="24" name="Text Placeholder 13">
            <a:extLst>
              <a:ext uri="{FF2B5EF4-FFF2-40B4-BE49-F238E27FC236}">
                <a16:creationId xmlns:a16="http://schemas.microsoft.com/office/drawing/2014/main" id="{585BDAD8-D369-D926-ED6A-9E4FC8001411}"/>
              </a:ext>
            </a:extLst>
          </p:cNvPr>
          <p:cNvSpPr txBox="1">
            <a:spLocks/>
          </p:cNvSpPr>
          <p:nvPr>
            <p:custDataLst>
              <p:tags r:id="rId5"/>
            </p:custDataLst>
          </p:nvPr>
        </p:nvSpPr>
        <p:spPr>
          <a:xfrm>
            <a:off x="6913568" y="3425905"/>
            <a:ext cx="2926080" cy="591086"/>
          </a:xfrm>
          <a:prstGeom prst="rect">
            <a:avLst/>
          </a:prstGeom>
        </p:spPr>
        <p:txBody>
          <a:bodyPr anchor="t">
            <a:noAutofit/>
          </a:bodyPr>
          <a:lstStyle>
            <a:lvl1pPr marL="347663" indent="-336550" algn="l" defTabSz="914377" rtl="0" eaLnBrk="1" fontAlgn="ctr" latinLnBrk="0" hangingPunct="1">
              <a:lnSpc>
                <a:spcPct val="110000"/>
              </a:lnSpc>
              <a:spcBef>
                <a:spcPts val="1200"/>
              </a:spcBef>
              <a:buSzPct val="50000"/>
              <a:buFont typeface="System Font Regular"/>
              <a:buChar char="•"/>
              <a:tabLst/>
              <a:defRPr sz="1800" b="0" i="0" kern="1200" spc="0" normalizeH="0" baseline="0">
                <a:solidFill>
                  <a:schemeClr val="tx1"/>
                </a:solidFill>
                <a:latin typeface="+mn-lt"/>
                <a:ea typeface="+mn-ea"/>
                <a:cs typeface="Arial" panose="020B0604020202020204" pitchFamily="34" charset="0"/>
              </a:defRPr>
            </a:lvl1pPr>
            <a:lvl2pPr marL="696913" indent="-354013" algn="l" defTabSz="914377" rtl="0" eaLnBrk="1" fontAlgn="ctr" latinLnBrk="0" hangingPunct="1">
              <a:lnSpc>
                <a:spcPct val="110000"/>
              </a:lnSpc>
              <a:spcBef>
                <a:spcPts val="1200"/>
              </a:spcBef>
              <a:buSzPct val="50000"/>
              <a:buFont typeface="System Font Regular"/>
              <a:buChar char="•"/>
              <a:tabLst/>
              <a:defRPr sz="1800" b="0" i="0" kern="1200" spc="0" normalizeH="0" baseline="0">
                <a:solidFill>
                  <a:schemeClr val="tx1"/>
                </a:solidFill>
                <a:latin typeface="+mn-lt"/>
                <a:ea typeface="+mn-ea"/>
                <a:cs typeface="Arial" panose="020B0604020202020204" pitchFamily="34" charset="0"/>
              </a:defRPr>
            </a:lvl2pPr>
            <a:lvl3pPr marL="1144588" indent="-344488" algn="l" defTabSz="914377" rtl="0" eaLnBrk="1" fontAlgn="ctr" latinLnBrk="0" hangingPunct="1">
              <a:lnSpc>
                <a:spcPct val="110000"/>
              </a:lnSpc>
              <a:spcBef>
                <a:spcPts val="1200"/>
              </a:spcBef>
              <a:buSzPct val="50000"/>
              <a:buFont typeface="System Font Regular"/>
              <a:buChar char="•"/>
              <a:tabLst/>
              <a:defRPr sz="1800" b="0" i="0" kern="1200" spc="0" normalizeH="0" baseline="0">
                <a:solidFill>
                  <a:schemeClr val="tx1"/>
                </a:solidFill>
                <a:latin typeface="+mn-lt"/>
                <a:ea typeface="+mn-ea"/>
                <a:cs typeface="Arial" panose="020B0604020202020204" pitchFamily="34" charset="0"/>
              </a:defRPr>
            </a:lvl3pPr>
            <a:lvl4pPr marL="1604963" indent="-347663" algn="l" defTabSz="914377" rtl="0" eaLnBrk="1" fontAlgn="ctr" latinLnBrk="0" hangingPunct="1">
              <a:lnSpc>
                <a:spcPct val="110000"/>
              </a:lnSpc>
              <a:spcBef>
                <a:spcPts val="1200"/>
              </a:spcBef>
              <a:buSzPct val="50000"/>
              <a:buFont typeface="System Font Regular"/>
              <a:buChar char="•"/>
              <a:tabLst/>
              <a:defRPr sz="1800" b="0" i="0" kern="1200" spc="0" normalizeH="0" baseline="0">
                <a:solidFill>
                  <a:schemeClr val="tx1"/>
                </a:solidFill>
                <a:latin typeface="+mn-lt"/>
                <a:ea typeface="+mn-ea"/>
                <a:cs typeface="Arial" panose="020B0604020202020204" pitchFamily="34" charset="0"/>
              </a:defRPr>
            </a:lvl4pPr>
            <a:lvl5pPr marL="2065338" indent="-349250" algn="l" defTabSz="914377" rtl="0" eaLnBrk="1" fontAlgn="ctr" latinLnBrk="0" hangingPunct="1">
              <a:lnSpc>
                <a:spcPct val="110000"/>
              </a:lnSpc>
              <a:spcBef>
                <a:spcPts val="1200"/>
              </a:spcBef>
              <a:buSzPct val="50000"/>
              <a:buFont typeface="System Font Regular"/>
              <a:buChar char="•"/>
              <a:tabLst/>
              <a:defRPr sz="1800" b="0" i="0" kern="1200" spc="0" normalizeH="0" baseline="0">
                <a:solidFill>
                  <a:schemeClr val="tx1"/>
                </a:solidFill>
                <a:latin typeface="+mn-lt"/>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1113" indent="0" algn="r">
              <a:lnSpc>
                <a:spcPct val="85000"/>
              </a:lnSpc>
              <a:buNone/>
            </a:pPr>
            <a:r>
              <a:rPr lang="en-US" b="1" noProof="1">
                <a:latin typeface="+mj-lt"/>
              </a:rPr>
              <a:t>Dezavantaje</a:t>
            </a:r>
          </a:p>
        </p:txBody>
      </p:sp>
      <p:grpSp>
        <p:nvGrpSpPr>
          <p:cNvPr id="29" name="Group 28">
            <a:extLst>
              <a:ext uri="{FF2B5EF4-FFF2-40B4-BE49-F238E27FC236}">
                <a16:creationId xmlns:a16="http://schemas.microsoft.com/office/drawing/2014/main" id="{444260AD-65E2-74D6-E749-5278CF0396A5}"/>
              </a:ext>
            </a:extLst>
          </p:cNvPr>
          <p:cNvGrpSpPr/>
          <p:nvPr/>
        </p:nvGrpSpPr>
        <p:grpSpPr>
          <a:xfrm>
            <a:off x="1718667" y="1556093"/>
            <a:ext cx="1176931" cy="1869812"/>
            <a:chOff x="486243" y="1741836"/>
            <a:chExt cx="594360" cy="992683"/>
          </a:xfrm>
        </p:grpSpPr>
        <p:sp>
          <p:nvSpPr>
            <p:cNvPr id="35" name="Oval 34">
              <a:extLst>
                <a:ext uri="{FF2B5EF4-FFF2-40B4-BE49-F238E27FC236}">
                  <a16:creationId xmlns:a16="http://schemas.microsoft.com/office/drawing/2014/main" id="{DF5F7676-4FD0-65A7-E7C1-308CD85ED7CE}"/>
                </a:ext>
              </a:extLst>
            </p:cNvPr>
            <p:cNvSpPr/>
            <p:nvPr/>
          </p:nvSpPr>
          <p:spPr>
            <a:xfrm>
              <a:off x="486243" y="1741836"/>
              <a:ext cx="594360" cy="594360"/>
            </a:xfrm>
            <a:prstGeom prst="ellipse">
              <a:avLst/>
            </a:prstGeom>
            <a:gradFill>
              <a:gsLst>
                <a:gs pos="0">
                  <a:schemeClr val="accent3">
                    <a:alpha val="50570"/>
                  </a:schemeClr>
                </a:gs>
                <a:gs pos="83000">
                  <a:schemeClr val="bg2">
                    <a:alpha val="68040"/>
                  </a:schemeClr>
                </a:gs>
                <a:gs pos="100000">
                  <a:schemeClr val="accent1">
                    <a:alpha val="28000"/>
                  </a:schemeClr>
                </a:gs>
              </a:gsLst>
              <a:lin ang="678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1"/>
            </a:p>
          </p:txBody>
        </p:sp>
        <p:cxnSp>
          <p:nvCxnSpPr>
            <p:cNvPr id="36" name="Straight Connector 35">
              <a:extLst>
                <a:ext uri="{FF2B5EF4-FFF2-40B4-BE49-F238E27FC236}">
                  <a16:creationId xmlns:a16="http://schemas.microsoft.com/office/drawing/2014/main" id="{01A6B59E-AECF-05EC-A4CA-31FD29D167D1}"/>
                </a:ext>
              </a:extLst>
            </p:cNvPr>
            <p:cNvCxnSpPr>
              <a:cxnSpLocks/>
            </p:cNvCxnSpPr>
            <p:nvPr/>
          </p:nvCxnSpPr>
          <p:spPr>
            <a:xfrm>
              <a:off x="783423" y="2048719"/>
              <a:ext cx="0" cy="685800"/>
            </a:xfrm>
            <a:prstGeom prst="line">
              <a:avLst/>
            </a:prstGeom>
            <a:ln w="12700">
              <a:solidFill>
                <a:schemeClr val="tx1"/>
              </a:solidFill>
              <a:headEnd type="none" w="lg" len="lg"/>
            </a:ln>
          </p:spPr>
          <p:style>
            <a:lnRef idx="2">
              <a:schemeClr val="accent1"/>
            </a:lnRef>
            <a:fillRef idx="0">
              <a:schemeClr val="accent1"/>
            </a:fillRef>
            <a:effectRef idx="1">
              <a:schemeClr val="accent1"/>
            </a:effectRef>
            <a:fontRef idx="minor">
              <a:schemeClr val="tx1"/>
            </a:fontRef>
          </p:style>
        </p:cxnSp>
      </p:grpSp>
      <p:sp>
        <p:nvSpPr>
          <p:cNvPr id="38" name="Oval 37">
            <a:extLst>
              <a:ext uri="{FF2B5EF4-FFF2-40B4-BE49-F238E27FC236}">
                <a16:creationId xmlns:a16="http://schemas.microsoft.com/office/drawing/2014/main" id="{FBBF0753-A5DA-467A-9918-420F3B300073}"/>
              </a:ext>
            </a:extLst>
          </p:cNvPr>
          <p:cNvSpPr/>
          <p:nvPr/>
        </p:nvSpPr>
        <p:spPr>
          <a:xfrm>
            <a:off x="8376608" y="1647124"/>
            <a:ext cx="1176968" cy="1153225"/>
          </a:xfrm>
          <a:prstGeom prst="ellipse">
            <a:avLst/>
          </a:prstGeom>
          <a:gradFill>
            <a:gsLst>
              <a:gs pos="0">
                <a:schemeClr val="accent3">
                  <a:alpha val="50570"/>
                </a:schemeClr>
              </a:gs>
              <a:gs pos="83000">
                <a:schemeClr val="bg2">
                  <a:alpha val="68040"/>
                </a:schemeClr>
              </a:gs>
              <a:gs pos="100000">
                <a:schemeClr val="accent1">
                  <a:alpha val="28000"/>
                </a:schemeClr>
              </a:gs>
            </a:gsLst>
            <a:lin ang="678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1"/>
          </a:p>
        </p:txBody>
      </p:sp>
      <p:cxnSp>
        <p:nvCxnSpPr>
          <p:cNvPr id="39" name="Straight Connector 38">
            <a:extLst>
              <a:ext uri="{FF2B5EF4-FFF2-40B4-BE49-F238E27FC236}">
                <a16:creationId xmlns:a16="http://schemas.microsoft.com/office/drawing/2014/main" id="{3F32E3B3-77EF-4253-7944-333EB9271559}"/>
              </a:ext>
            </a:extLst>
          </p:cNvPr>
          <p:cNvCxnSpPr>
            <a:cxnSpLocks/>
          </p:cNvCxnSpPr>
          <p:nvPr/>
        </p:nvCxnSpPr>
        <p:spPr>
          <a:xfrm>
            <a:off x="8978588" y="2178718"/>
            <a:ext cx="0" cy="1250282"/>
          </a:xfrm>
          <a:prstGeom prst="line">
            <a:avLst/>
          </a:prstGeom>
          <a:ln w="12700">
            <a:solidFill>
              <a:schemeClr val="tx1"/>
            </a:solidFill>
            <a:headEnd type="none" w="lg" len="lg"/>
          </a:ln>
        </p:spPr>
        <p:style>
          <a:lnRef idx="2">
            <a:schemeClr val="accent1"/>
          </a:lnRef>
          <a:fillRef idx="0">
            <a:schemeClr val="accent1"/>
          </a:fillRef>
          <a:effectRef idx="1">
            <a:schemeClr val="accent1"/>
          </a:effectRef>
          <a:fontRef idx="minor">
            <a:schemeClr val="tx1"/>
          </a:fontRef>
        </p:style>
      </p:cxnSp>
      <p:sp>
        <p:nvSpPr>
          <p:cNvPr id="45" name="Title 8">
            <a:extLst>
              <a:ext uri="{FF2B5EF4-FFF2-40B4-BE49-F238E27FC236}">
                <a16:creationId xmlns:a16="http://schemas.microsoft.com/office/drawing/2014/main" id="{68A301AC-ADE5-CE8C-5F3D-A6B6DF837221}"/>
              </a:ext>
            </a:extLst>
          </p:cNvPr>
          <p:cNvSpPr txBox="1">
            <a:spLocks/>
          </p:cNvSpPr>
          <p:nvPr>
            <p:custDataLst>
              <p:tags r:id="rId6"/>
            </p:custDataLst>
          </p:nvPr>
        </p:nvSpPr>
        <p:spPr>
          <a:xfrm>
            <a:off x="609600" y="800100"/>
            <a:ext cx="10972800" cy="685800"/>
          </a:xfrm>
          <a:prstGeom prst="rect">
            <a:avLst/>
          </a:prstGeom>
        </p:spPr>
        <p:txBody>
          <a:bodyPr vert="horz" lIns="91440" tIns="45720" rIns="91440" bIns="45720" rtlCol="0" anchor="ctr">
            <a:normAutofit/>
          </a:bodyPr>
          <a:lstStyle>
            <a:lvl1pPr defTabSz="914377">
              <a:lnSpc>
                <a:spcPct val="100000"/>
              </a:lnSpc>
              <a:spcBef>
                <a:spcPct val="0"/>
              </a:spcBef>
              <a:buNone/>
              <a:defRPr sz="2600" b="1" i="0">
                <a:latin typeface="+mj-lt"/>
                <a:ea typeface="+mj-ea"/>
                <a:cs typeface="+mj-cs"/>
              </a:defRPr>
            </a:lvl1pPr>
          </a:lstStyle>
          <a:p>
            <a:r>
              <a:rPr lang="en-US" noProof="1"/>
              <a:t>Analiză: Avantaje și Dezavantaje</a:t>
            </a:r>
          </a:p>
        </p:txBody>
      </p:sp>
      <p:sp>
        <p:nvSpPr>
          <p:cNvPr id="2" name="Text Placeholder 6">
            <a:extLst>
              <a:ext uri="{FF2B5EF4-FFF2-40B4-BE49-F238E27FC236}">
                <a16:creationId xmlns:a16="http://schemas.microsoft.com/office/drawing/2014/main" id="{9587335A-5A3B-4B70-FFE1-5FF72EA3C825}"/>
              </a:ext>
            </a:extLst>
          </p:cNvPr>
          <p:cNvSpPr txBox="1">
            <a:spLocks/>
          </p:cNvSpPr>
          <p:nvPr>
            <p:custDataLst>
              <p:tags r:id="rId7"/>
            </p:custDataLst>
          </p:nvPr>
        </p:nvSpPr>
        <p:spPr>
          <a:xfrm>
            <a:off x="609598" y="467796"/>
            <a:ext cx="2286000" cy="311610"/>
          </a:xfrm>
          <a:prstGeom prst="roundRect">
            <a:avLst>
              <a:gd name="adj" fmla="val 50000"/>
            </a:avLst>
          </a:prstGeom>
          <a:noFill/>
          <a:ln w="19050">
            <a:solidFill>
              <a:schemeClr val="tx2"/>
            </a:solidFill>
          </a:ln>
        </p:spPr>
        <p:txBody>
          <a:bodyPr vert="horz" wrap="none" lIns="91440" tIns="18288" rIns="91440" bIns="18288" rtlCol="0" anchor="ctr">
            <a:normAutofit/>
          </a:bodyPr>
          <a:lstStyle>
            <a:lvl1pPr indent="0" defTabSz="914377">
              <a:lnSpc>
                <a:spcPct val="100000"/>
              </a:lnSpc>
              <a:spcBef>
                <a:spcPts val="1200"/>
              </a:spcBef>
              <a:buFont typeface="Arial" panose="020B0604020202020204" pitchFamily="34" charset="0"/>
              <a:buNone/>
              <a:tabLst/>
              <a:defRPr lang="en-US" sz="1200" b="0" i="0" cap="all" spc="0" normalizeH="0" baseline="0" dirty="0" smtClean="0">
                <a:solidFill>
                  <a:schemeClr val="tx2"/>
                </a:solidFill>
                <a:latin typeface="Arial" panose="020B0604020202020204" pitchFamily="34" charset="0"/>
                <a:cs typeface="Arial" panose="020B0604020202020204" pitchFamily="34" charset="0"/>
              </a:defRPr>
            </a:lvl1pPr>
            <a:lvl2pPr marL="628650" indent="-285750" defTabSz="914377">
              <a:lnSpc>
                <a:spcPct val="110000"/>
              </a:lnSpc>
              <a:spcBef>
                <a:spcPts val="1200"/>
              </a:spcBef>
              <a:buFont typeface="Arial" panose="020B0604020202020204" pitchFamily="34" charset="0"/>
              <a:buChar char="•"/>
              <a:tabLst/>
              <a:defRPr b="0" i="0" spc="0" normalizeH="0" baseline="0">
                <a:cs typeface="Arial" panose="020B0604020202020204" pitchFamily="34" charset="0"/>
              </a:defRPr>
            </a:lvl2pPr>
            <a:lvl3pPr marL="1085850" indent="-285750" defTabSz="914377">
              <a:lnSpc>
                <a:spcPct val="110000"/>
              </a:lnSpc>
              <a:spcBef>
                <a:spcPts val="1200"/>
              </a:spcBef>
              <a:buFont typeface="Arial" panose="020B0604020202020204" pitchFamily="34" charset="0"/>
              <a:buChar char="•"/>
              <a:tabLst/>
              <a:defRPr b="0" i="0" spc="0" normalizeH="0" baseline="0">
                <a:cs typeface="Arial" panose="020B0604020202020204" pitchFamily="34" charset="0"/>
              </a:defRPr>
            </a:lvl3pPr>
            <a:lvl4pPr marL="1543050" indent="-285750" defTabSz="914377">
              <a:lnSpc>
                <a:spcPct val="110000"/>
              </a:lnSpc>
              <a:spcBef>
                <a:spcPts val="1200"/>
              </a:spcBef>
              <a:buFont typeface="Arial" panose="020B0604020202020204" pitchFamily="34" charset="0"/>
              <a:buChar char="•"/>
              <a:tabLst/>
              <a:defRPr b="0" i="0" spc="0" normalizeH="0" baseline="0">
                <a:cs typeface="Arial" panose="020B0604020202020204" pitchFamily="34" charset="0"/>
              </a:defRPr>
            </a:lvl4pPr>
            <a:lvl5pPr marL="2001838" indent="-285750" defTabSz="914377">
              <a:lnSpc>
                <a:spcPct val="110000"/>
              </a:lnSpc>
              <a:spcBef>
                <a:spcPts val="1200"/>
              </a:spcBef>
              <a:buFont typeface="Arial" panose="020B0604020202020204" pitchFamily="34" charset="0"/>
              <a:buChar char="•"/>
              <a:tabLst/>
              <a:defRPr b="0" i="0" spc="0" normalizeH="0" baseline="0">
                <a:cs typeface="Arial" panose="020B0604020202020204" pitchFamily="34" charset="0"/>
              </a:defRPr>
            </a:lvl5pPr>
            <a:lvl6pPr marL="2514537" indent="-228594" defTabSz="914377">
              <a:lnSpc>
                <a:spcPct val="90000"/>
              </a:lnSpc>
              <a:spcBef>
                <a:spcPts val="500"/>
              </a:spcBef>
              <a:buFont typeface="Arial" panose="020B0604020202020204" pitchFamily="34" charset="0"/>
              <a:buChar char="•"/>
            </a:lvl6pPr>
            <a:lvl7pPr marL="2971726" indent="-228594" defTabSz="914377">
              <a:lnSpc>
                <a:spcPct val="90000"/>
              </a:lnSpc>
              <a:spcBef>
                <a:spcPts val="500"/>
              </a:spcBef>
              <a:buFont typeface="Arial" panose="020B0604020202020204" pitchFamily="34" charset="0"/>
              <a:buChar char="•"/>
            </a:lvl7pPr>
            <a:lvl8pPr marL="3428914" indent="-228594" defTabSz="914377">
              <a:lnSpc>
                <a:spcPct val="90000"/>
              </a:lnSpc>
              <a:spcBef>
                <a:spcPts val="500"/>
              </a:spcBef>
              <a:buFont typeface="Arial" panose="020B0604020202020204" pitchFamily="34" charset="0"/>
              <a:buChar char="•"/>
            </a:lvl8pPr>
            <a:lvl9pPr marL="3886103" indent="-228594" defTabSz="914377">
              <a:lnSpc>
                <a:spcPct val="90000"/>
              </a:lnSpc>
              <a:spcBef>
                <a:spcPts val="500"/>
              </a:spcBef>
              <a:buFont typeface="Arial" panose="020B0604020202020204" pitchFamily="34" charset="0"/>
              <a:buChar char="•"/>
            </a:lvl9pPr>
          </a:lstStyle>
          <a:p>
            <a:r>
              <a:rPr lang="en-US" noProof="1"/>
              <a:t>Analiză</a:t>
            </a:r>
          </a:p>
        </p:txBody>
      </p:sp>
    </p:spTree>
    <p:custDataLst>
      <p:tags r:id="rId1"/>
    </p:custDataLst>
    <p:extLst>
      <p:ext uri="{BB962C8B-B14F-4D97-AF65-F5344CB8AC3E}">
        <p14:creationId xmlns:p14="http://schemas.microsoft.com/office/powerpoint/2010/main" val="23339351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6E2296-5DB4-3B81-8E13-5EF91EC90373}"/>
            </a:ext>
          </a:extLst>
        </p:cNvPr>
        <p:cNvGrpSpPr/>
        <p:nvPr/>
      </p:nvGrpSpPr>
      <p:grpSpPr>
        <a:xfrm>
          <a:off x="0" y="0"/>
          <a:ext cx="0" cy="0"/>
          <a:chOff x="0" y="0"/>
          <a:chExt cx="0" cy="0"/>
        </a:xfrm>
      </p:grpSpPr>
      <p:graphicFrame>
        <p:nvGraphicFramePr>
          <p:cNvPr id="16" name="think-cell data - do not delete" hidden="1">
            <a:extLst>
              <a:ext uri="{FF2B5EF4-FFF2-40B4-BE49-F238E27FC236}">
                <a16:creationId xmlns:a16="http://schemas.microsoft.com/office/drawing/2014/main" id="{859057D1-F752-6103-24D5-CEC24E99274C}"/>
              </a:ext>
            </a:extLst>
          </p:cNvPr>
          <p:cNvGraphicFramePr>
            <a:graphicFrameLocks noChangeAspect="1"/>
          </p:cNvGraphicFramePr>
          <p:nvPr>
            <p:custDataLst>
              <p:tags r:id="rId2"/>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12" imgW="7772400" imgH="10058400" progId="TCLayout.ActiveDocument.1">
                  <p:embed/>
                </p:oleObj>
              </mc:Choice>
              <mc:Fallback>
                <p:oleObj name="think-cell Slide" r:id="rId12" imgW="7772400" imgH="10058400" progId="TCLayout.ActiveDocument.1">
                  <p:embed/>
                  <p:pic>
                    <p:nvPicPr>
                      <p:cNvPr id="16" name="think-cell data - do not delete" hidden="1">
                        <a:extLst>
                          <a:ext uri="{FF2B5EF4-FFF2-40B4-BE49-F238E27FC236}">
                            <a16:creationId xmlns:a16="http://schemas.microsoft.com/office/drawing/2014/main" id="{859057D1-F752-6103-24D5-CEC24E99274C}"/>
                          </a:ext>
                        </a:extLst>
                      </p:cNvPr>
                      <p:cNvPicPr/>
                      <p:nvPr/>
                    </p:nvPicPr>
                    <p:blipFill>
                      <a:blip r:embed="rId13"/>
                      <a:stretch>
                        <a:fillRect/>
                      </a:stretch>
                    </p:blipFill>
                    <p:spPr>
                      <a:xfrm>
                        <a:off x="1588" y="1588"/>
                        <a:ext cx="1227" cy="1588"/>
                      </a:xfrm>
                      <a:prstGeom prst="rect">
                        <a:avLst/>
                      </a:prstGeom>
                    </p:spPr>
                  </p:pic>
                </p:oleObj>
              </mc:Fallback>
            </mc:AlternateContent>
          </a:graphicData>
        </a:graphic>
      </p:graphicFrame>
      <p:sp>
        <p:nvSpPr>
          <p:cNvPr id="9" name="Title 8">
            <a:extLst>
              <a:ext uri="{FF2B5EF4-FFF2-40B4-BE49-F238E27FC236}">
                <a16:creationId xmlns:a16="http://schemas.microsoft.com/office/drawing/2014/main" id="{6495D48A-EBD6-8C69-F30C-7CDBDEB267FC}"/>
              </a:ext>
            </a:extLst>
          </p:cNvPr>
          <p:cNvSpPr>
            <a:spLocks noGrp="1"/>
          </p:cNvSpPr>
          <p:nvPr>
            <p:ph type="title"/>
            <p:custDataLst>
              <p:tags r:id="rId3"/>
            </p:custDataLst>
          </p:nvPr>
        </p:nvSpPr>
        <p:spPr>
          <a:xfrm>
            <a:off x="609600" y="800100"/>
            <a:ext cx="10972800" cy="685800"/>
          </a:xfrm>
        </p:spPr>
        <p:txBody>
          <a:bodyPr vert="horz">
            <a:normAutofit/>
          </a:bodyPr>
          <a:lstStyle/>
          <a:p>
            <a:r>
              <a:rPr lang="en-US" noProof="1"/>
              <a:t>Impactul asupra lumii</a:t>
            </a:r>
          </a:p>
        </p:txBody>
      </p:sp>
      <p:sp>
        <p:nvSpPr>
          <p:cNvPr id="10" name="Content Placeholder 9">
            <a:extLst>
              <a:ext uri="{FF2B5EF4-FFF2-40B4-BE49-F238E27FC236}">
                <a16:creationId xmlns:a16="http://schemas.microsoft.com/office/drawing/2014/main" id="{2E642560-A97C-7E9D-A291-AB6B50A860AB}"/>
              </a:ext>
            </a:extLst>
          </p:cNvPr>
          <p:cNvSpPr>
            <a:spLocks noGrp="1"/>
          </p:cNvSpPr>
          <p:nvPr>
            <p:ph sz="half" idx="1"/>
            <p:custDataLst>
              <p:tags r:id="rId4"/>
            </p:custDataLst>
          </p:nvPr>
        </p:nvSpPr>
        <p:spPr>
          <a:xfrm>
            <a:off x="609600" y="2946401"/>
            <a:ext cx="3565525" cy="3216274"/>
          </a:xfrm>
        </p:spPr>
        <p:txBody>
          <a:bodyPr>
            <a:normAutofit/>
          </a:bodyPr>
          <a:lstStyle/>
          <a:p>
            <a:pPr marL="11113" indent="0">
              <a:lnSpc>
                <a:spcPct val="125000"/>
              </a:lnSpc>
              <a:buNone/>
            </a:pPr>
            <a:r>
              <a:rPr lang="en-US" sz="1600" noProof="1"/>
              <a:t>A condus la dezvoltarea unor tehnologii avansate, cum ar fi motoare electrice eficiente, sisteme de navigație inteligente și materiale ușoare, care au influențat și alte industrii.</a:t>
            </a:r>
          </a:p>
        </p:txBody>
      </p:sp>
      <p:sp>
        <p:nvSpPr>
          <p:cNvPr id="11" name="Content Placeholder 10">
            <a:extLst>
              <a:ext uri="{FF2B5EF4-FFF2-40B4-BE49-F238E27FC236}">
                <a16:creationId xmlns:a16="http://schemas.microsoft.com/office/drawing/2014/main" id="{4F02E854-2BA9-F9BC-97A5-E48AB3103084}"/>
              </a:ext>
            </a:extLst>
          </p:cNvPr>
          <p:cNvSpPr>
            <a:spLocks noGrp="1"/>
          </p:cNvSpPr>
          <p:nvPr>
            <p:ph sz="half" idx="2"/>
            <p:custDataLst>
              <p:tags r:id="rId5"/>
            </p:custDataLst>
          </p:nvPr>
        </p:nvSpPr>
        <p:spPr>
          <a:xfrm>
            <a:off x="4313238" y="2946401"/>
            <a:ext cx="3565525" cy="3216274"/>
          </a:xfrm>
        </p:spPr>
        <p:txBody>
          <a:bodyPr>
            <a:normAutofit/>
          </a:bodyPr>
          <a:lstStyle/>
          <a:p>
            <a:pPr marL="11113" indent="0">
              <a:lnSpc>
                <a:spcPct val="125000"/>
              </a:lnSpc>
              <a:buNone/>
            </a:pPr>
            <a:r>
              <a:rPr lang="en-US" sz="1600" noProof="1"/>
              <a:t>A creat noi industrii și locuri de muncă, a redus costurile de transport și a stimulat comerțul global prin facilitarea mobilității rapide și eficiente.</a:t>
            </a:r>
          </a:p>
        </p:txBody>
      </p:sp>
      <p:sp>
        <p:nvSpPr>
          <p:cNvPr id="12" name="Content Placeholder 11">
            <a:extLst>
              <a:ext uri="{FF2B5EF4-FFF2-40B4-BE49-F238E27FC236}">
                <a16:creationId xmlns:a16="http://schemas.microsoft.com/office/drawing/2014/main" id="{EB7D04D3-978A-9B6F-53CF-5FE8608819D5}"/>
              </a:ext>
            </a:extLst>
          </p:cNvPr>
          <p:cNvSpPr>
            <a:spLocks noGrp="1"/>
          </p:cNvSpPr>
          <p:nvPr>
            <p:ph sz="half" idx="13"/>
            <p:custDataLst>
              <p:tags r:id="rId6"/>
            </p:custDataLst>
          </p:nvPr>
        </p:nvSpPr>
        <p:spPr>
          <a:xfrm>
            <a:off x="8016875" y="2946401"/>
            <a:ext cx="3565525" cy="3216274"/>
          </a:xfrm>
        </p:spPr>
        <p:txBody>
          <a:bodyPr>
            <a:normAutofit/>
          </a:bodyPr>
          <a:lstStyle/>
          <a:p>
            <a:pPr marL="11113" indent="0">
              <a:lnSpc>
                <a:spcPct val="125000"/>
              </a:lnSpc>
              <a:buNone/>
            </a:pPr>
            <a:r>
              <a:rPr lang="en-US" sz="1600" noProof="1"/>
              <a:t>A schimbat stilul de viață, făcând călătoriile mai accesibile și rapide, a redus izolarea zonelor îndepărtate și a promovat conectivitatea între comunități.</a:t>
            </a:r>
          </a:p>
        </p:txBody>
      </p:sp>
      <p:sp>
        <p:nvSpPr>
          <p:cNvPr id="13" name="Text Placeholder 12">
            <a:extLst>
              <a:ext uri="{FF2B5EF4-FFF2-40B4-BE49-F238E27FC236}">
                <a16:creationId xmlns:a16="http://schemas.microsoft.com/office/drawing/2014/main" id="{EE5E4273-492E-DD36-3874-912FAF4CC8B4}"/>
              </a:ext>
            </a:extLst>
          </p:cNvPr>
          <p:cNvSpPr>
            <a:spLocks noGrp="1"/>
          </p:cNvSpPr>
          <p:nvPr>
            <p:ph type="body" idx="14"/>
            <p:custDataLst>
              <p:tags r:id="rId7"/>
            </p:custDataLst>
          </p:nvPr>
        </p:nvSpPr>
        <p:spPr>
          <a:xfrm>
            <a:off x="609600" y="2062480"/>
            <a:ext cx="3565525" cy="883920"/>
          </a:xfrm>
        </p:spPr>
        <p:txBody>
          <a:bodyPr>
            <a:normAutofit/>
          </a:bodyPr>
          <a:lstStyle/>
          <a:p>
            <a:pPr>
              <a:lnSpc>
                <a:spcPct val="100000"/>
              </a:lnSpc>
            </a:pPr>
            <a:r>
              <a:rPr lang="en-US" noProof="1">
                <a:solidFill>
                  <a:schemeClr val="tx2"/>
                </a:solidFill>
              </a:rPr>
              <a:t>Impact tehnologic</a:t>
            </a:r>
          </a:p>
        </p:txBody>
      </p:sp>
      <p:sp>
        <p:nvSpPr>
          <p:cNvPr id="14" name="Text Placeholder 13">
            <a:extLst>
              <a:ext uri="{FF2B5EF4-FFF2-40B4-BE49-F238E27FC236}">
                <a16:creationId xmlns:a16="http://schemas.microsoft.com/office/drawing/2014/main" id="{F4D5618F-A69B-982A-067B-638CC74BC519}"/>
              </a:ext>
            </a:extLst>
          </p:cNvPr>
          <p:cNvSpPr>
            <a:spLocks noGrp="1"/>
          </p:cNvSpPr>
          <p:nvPr>
            <p:ph type="body" idx="15"/>
            <p:custDataLst>
              <p:tags r:id="rId8"/>
            </p:custDataLst>
          </p:nvPr>
        </p:nvSpPr>
        <p:spPr>
          <a:xfrm>
            <a:off x="4313238" y="2062480"/>
            <a:ext cx="3565525" cy="883920"/>
          </a:xfrm>
        </p:spPr>
        <p:txBody>
          <a:bodyPr>
            <a:normAutofit/>
          </a:bodyPr>
          <a:lstStyle/>
          <a:p>
            <a:pPr>
              <a:lnSpc>
                <a:spcPct val="100000"/>
              </a:lnSpc>
            </a:pPr>
            <a:r>
              <a:rPr lang="en-US" noProof="1">
                <a:solidFill>
                  <a:schemeClr val="tx2"/>
                </a:solidFill>
              </a:rPr>
              <a:t>Impact economic</a:t>
            </a:r>
          </a:p>
        </p:txBody>
      </p:sp>
      <p:sp>
        <p:nvSpPr>
          <p:cNvPr id="15" name="Text Placeholder 14">
            <a:extLst>
              <a:ext uri="{FF2B5EF4-FFF2-40B4-BE49-F238E27FC236}">
                <a16:creationId xmlns:a16="http://schemas.microsoft.com/office/drawing/2014/main" id="{AFB3133A-3B88-2F65-8FFA-15F1696580AA}"/>
              </a:ext>
            </a:extLst>
          </p:cNvPr>
          <p:cNvSpPr>
            <a:spLocks noGrp="1"/>
          </p:cNvSpPr>
          <p:nvPr>
            <p:ph type="body" idx="16"/>
            <p:custDataLst>
              <p:tags r:id="rId9"/>
            </p:custDataLst>
          </p:nvPr>
        </p:nvSpPr>
        <p:spPr>
          <a:xfrm>
            <a:off x="8016875" y="2062480"/>
            <a:ext cx="3565525" cy="883920"/>
          </a:xfrm>
        </p:spPr>
        <p:txBody>
          <a:bodyPr>
            <a:normAutofit/>
          </a:bodyPr>
          <a:lstStyle/>
          <a:p>
            <a:pPr>
              <a:lnSpc>
                <a:spcPct val="100000"/>
              </a:lnSpc>
            </a:pPr>
            <a:r>
              <a:rPr lang="en-US" noProof="1">
                <a:solidFill>
                  <a:schemeClr val="tx2"/>
                </a:solidFill>
              </a:rPr>
              <a:t>Impact social</a:t>
            </a:r>
          </a:p>
        </p:txBody>
      </p:sp>
      <p:sp>
        <p:nvSpPr>
          <p:cNvPr id="2" name="Text Placeholder 1">
            <a:extLst>
              <a:ext uri="{FF2B5EF4-FFF2-40B4-BE49-F238E27FC236}">
                <a16:creationId xmlns:a16="http://schemas.microsoft.com/office/drawing/2014/main" id="{AA1860A7-8916-4B30-E02E-E64EBD5FB882}"/>
              </a:ext>
            </a:extLst>
          </p:cNvPr>
          <p:cNvSpPr>
            <a:spLocks noGrp="1"/>
          </p:cNvSpPr>
          <p:nvPr>
            <p:ph type="body" sz="quarter" idx="17"/>
            <p:custDataLst>
              <p:tags r:id="rId10"/>
            </p:custDataLst>
          </p:nvPr>
        </p:nvSpPr>
        <p:spPr>
          <a:xfrm>
            <a:off x="609598" y="467796"/>
            <a:ext cx="2286000" cy="317500"/>
          </a:xfrm>
          <a:noFill/>
          <a:ln w="19050">
            <a:solidFill>
              <a:schemeClr val="tx2"/>
            </a:solidFill>
          </a:ln>
        </p:spPr>
        <p:txBody>
          <a:bodyPr vert="horz" wrap="none" lIns="91440" tIns="18288" rIns="91440" bIns="18288" rtlCol="0" anchor="ctr">
            <a:normAutofit/>
          </a:bodyPr>
          <a:lstStyle/>
          <a:p>
            <a:r>
              <a:rPr lang="en-US" b="0" cap="all" noProof="1"/>
              <a:t>Impact</a:t>
            </a:r>
          </a:p>
        </p:txBody>
      </p:sp>
    </p:spTree>
    <p:custDataLst>
      <p:tags r:id="rId1"/>
    </p:custDataLst>
    <p:extLst>
      <p:ext uri="{BB962C8B-B14F-4D97-AF65-F5344CB8AC3E}">
        <p14:creationId xmlns:p14="http://schemas.microsoft.com/office/powerpoint/2010/main" val="33522584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2D0C8D-867D-FBD8-8308-01F86442BC43}"/>
            </a:ext>
          </a:extLst>
        </p:cNvPr>
        <p:cNvGrpSpPr/>
        <p:nvPr/>
      </p:nvGrpSpPr>
      <p:grpSpPr>
        <a:xfrm>
          <a:off x="0" y="0"/>
          <a:ext cx="0" cy="0"/>
          <a:chOff x="0" y="0"/>
          <a:chExt cx="0" cy="0"/>
        </a:xfrm>
      </p:grpSpPr>
      <p:graphicFrame>
        <p:nvGraphicFramePr>
          <p:cNvPr id="14" name="think-cell data - do not delete" hidden="1">
            <a:extLst>
              <a:ext uri="{FF2B5EF4-FFF2-40B4-BE49-F238E27FC236}">
                <a16:creationId xmlns:a16="http://schemas.microsoft.com/office/drawing/2014/main" id="{50F0A818-F72F-0EC6-8C6B-2725E67B0297}"/>
              </a:ext>
            </a:extLst>
          </p:cNvPr>
          <p:cNvGraphicFramePr>
            <a:graphicFrameLocks noChangeAspect="1"/>
          </p:cNvGraphicFramePr>
          <p:nvPr>
            <p:custDataLst>
              <p:tags r:id="rId2"/>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8" imgW="7772400" imgH="10058400" progId="TCLayout.ActiveDocument.1">
                  <p:embed/>
                </p:oleObj>
              </mc:Choice>
              <mc:Fallback>
                <p:oleObj name="think-cell Slide" r:id="rId8" imgW="7772400" imgH="10058400" progId="TCLayout.ActiveDocument.1">
                  <p:embed/>
                  <p:pic>
                    <p:nvPicPr>
                      <p:cNvPr id="14" name="think-cell data - do not delete" hidden="1">
                        <a:extLst>
                          <a:ext uri="{FF2B5EF4-FFF2-40B4-BE49-F238E27FC236}">
                            <a16:creationId xmlns:a16="http://schemas.microsoft.com/office/drawing/2014/main" id="{50F0A818-F72F-0EC6-8C6B-2725E67B0297}"/>
                          </a:ext>
                        </a:extLst>
                      </p:cNvPr>
                      <p:cNvPicPr/>
                      <p:nvPr/>
                    </p:nvPicPr>
                    <p:blipFill>
                      <a:blip r:embed="rId9"/>
                      <a:stretch>
                        <a:fillRect/>
                      </a:stretch>
                    </p:blipFill>
                    <p:spPr>
                      <a:xfrm>
                        <a:off x="1588" y="1588"/>
                        <a:ext cx="1227" cy="1588"/>
                      </a:xfrm>
                      <a:prstGeom prst="rect">
                        <a:avLst/>
                      </a:prstGeom>
                    </p:spPr>
                  </p:pic>
                </p:oleObj>
              </mc:Fallback>
            </mc:AlternateContent>
          </a:graphicData>
        </a:graphic>
      </p:graphicFrame>
      <p:pic>
        <p:nvPicPr>
          <p:cNvPr id="11" name="Google Shape;295;p55">
            <a:extLst>
              <a:ext uri="{FF2B5EF4-FFF2-40B4-BE49-F238E27FC236}">
                <a16:creationId xmlns:a16="http://schemas.microsoft.com/office/drawing/2014/main" id="{1B9E9F73-70DA-7A7D-3646-BC8DCFD45FFD}"/>
              </a:ext>
            </a:extLst>
          </p:cNvPr>
          <p:cNvPicPr preferRelativeResize="0"/>
          <p:nvPr>
            <p:custDataLst>
              <p:tags r:id="rId3"/>
            </p:custDataLst>
          </p:nvPr>
        </p:nvPicPr>
        <p:blipFill rotWithShape="1">
          <a:blip r:embed="rId10" cstate="screen">
            <a:alphaModFix amt="50000"/>
            <a:extLst>
              <a:ext uri="{28A0092B-C50C-407E-A947-70E740481C1C}">
                <a14:useLocalDpi xmlns:a14="http://schemas.microsoft.com/office/drawing/2010/main"/>
              </a:ext>
            </a:extLst>
          </a:blip>
          <a:srcRect/>
          <a:stretch/>
        </p:blipFill>
        <p:spPr>
          <a:xfrm>
            <a:off x="609599" y="2080470"/>
            <a:ext cx="3225800" cy="3225800"/>
          </a:xfrm>
          <a:prstGeom prst="ellipse">
            <a:avLst/>
          </a:prstGeom>
          <a:noFill/>
          <a:ln>
            <a:noFill/>
          </a:ln>
        </p:spPr>
      </p:pic>
      <p:sp>
        <p:nvSpPr>
          <p:cNvPr id="2" name="Title 1">
            <a:extLst>
              <a:ext uri="{FF2B5EF4-FFF2-40B4-BE49-F238E27FC236}">
                <a16:creationId xmlns:a16="http://schemas.microsoft.com/office/drawing/2014/main" id="{53E89C63-7CE9-58DC-75FE-7CA1CA71456F}"/>
              </a:ext>
            </a:extLst>
          </p:cNvPr>
          <p:cNvSpPr>
            <a:spLocks noGrp="1"/>
          </p:cNvSpPr>
          <p:nvPr>
            <p:ph type="title"/>
            <p:custDataLst>
              <p:tags r:id="rId4"/>
            </p:custDataLst>
          </p:nvPr>
        </p:nvSpPr>
        <p:spPr/>
        <p:txBody>
          <a:bodyPr vert="horz">
            <a:normAutofit/>
          </a:bodyPr>
          <a:lstStyle/>
          <a:p>
            <a:pPr>
              <a:lnSpc>
                <a:spcPct val="65000"/>
              </a:lnSpc>
            </a:pPr>
            <a:r>
              <a:rPr lang="en-US" noProof="1"/>
              <a:t>Concluzie</a:t>
            </a:r>
          </a:p>
        </p:txBody>
      </p:sp>
      <p:sp>
        <p:nvSpPr>
          <p:cNvPr id="3" name="Content Placeholder 2">
            <a:extLst>
              <a:ext uri="{FF2B5EF4-FFF2-40B4-BE49-F238E27FC236}">
                <a16:creationId xmlns:a16="http://schemas.microsoft.com/office/drawing/2014/main" id="{98962E1E-89AB-6FA0-2B88-B4EA5D5B62AB}"/>
              </a:ext>
            </a:extLst>
          </p:cNvPr>
          <p:cNvSpPr>
            <a:spLocks noGrp="1"/>
          </p:cNvSpPr>
          <p:nvPr>
            <p:ph sz="quarter" idx="13"/>
            <p:custDataLst>
              <p:tags r:id="rId5"/>
            </p:custDataLst>
          </p:nvPr>
        </p:nvSpPr>
        <p:spPr>
          <a:xfrm>
            <a:off x="4267200" y="1466420"/>
            <a:ext cx="7315200" cy="4867130"/>
          </a:xfrm>
        </p:spPr>
        <p:txBody>
          <a:bodyPr anchor="ctr">
            <a:normAutofit/>
          </a:bodyPr>
          <a:lstStyle/>
          <a:p>
            <a:pPr marL="11113" indent="0">
              <a:lnSpc>
                <a:spcPct val="150000"/>
              </a:lnSpc>
              <a:buNone/>
            </a:pPr>
            <a:r>
              <a:rPr lang="en-US" noProof="1"/>
              <a:t>Mijlocul de transport prezentat în proiect demonstrează cum inovația poate transforma modul în care călătorim și interacționăm cu lumea din jurul nostru. Caracteristica sa unică nu doar că îl diferențiază de alte mijloace similare, dar aduce și beneficii concrete în eficiență, sustenabilitate sau performanță. Evoluția sa istorică arată progresul tehnologic continuu și adaptarea la nevoile societății. Impactul său asupra tehnologiei, economiei și societății confirmă importanța acestui mijloc de transport în prezent și viitor. Proiectul evidențiază valoarea colaborării în echipă pentru a înțelege și prezenta aceste aspecte complex, promovând în același timp gândirea critică și creativitatea.</a:t>
            </a:r>
          </a:p>
        </p:txBody>
      </p:sp>
      <p:sp>
        <p:nvSpPr>
          <p:cNvPr id="4" name="Text Placeholder 3">
            <a:extLst>
              <a:ext uri="{FF2B5EF4-FFF2-40B4-BE49-F238E27FC236}">
                <a16:creationId xmlns:a16="http://schemas.microsoft.com/office/drawing/2014/main" id="{4FD6EDBF-FC61-9DA0-EB77-137FF16D46DF}"/>
              </a:ext>
            </a:extLst>
          </p:cNvPr>
          <p:cNvSpPr>
            <a:spLocks noGrp="1"/>
          </p:cNvSpPr>
          <p:nvPr>
            <p:ph type="body" sz="quarter" idx="14"/>
            <p:custDataLst>
              <p:tags r:id="rId6"/>
            </p:custDataLst>
          </p:nvPr>
        </p:nvSpPr>
        <p:spPr>
          <a:xfrm>
            <a:off x="609599" y="467796"/>
            <a:ext cx="2286000" cy="311610"/>
          </a:xfrm>
          <a:noFill/>
          <a:ln w="19050">
            <a:solidFill>
              <a:schemeClr val="tx2"/>
            </a:solidFill>
          </a:ln>
        </p:spPr>
        <p:txBody>
          <a:bodyPr vert="horz" wrap="none" lIns="91440" tIns="18288" rIns="91440" bIns="18288" rtlCol="0" anchor="ctr">
            <a:normAutofit/>
          </a:bodyPr>
          <a:lstStyle/>
          <a:p>
            <a:r>
              <a:rPr lang="en-US" b="0" cap="all" noProof="1"/>
              <a:t>Concluzie</a:t>
            </a:r>
          </a:p>
        </p:txBody>
      </p:sp>
    </p:spTree>
    <p:custDataLst>
      <p:tags r:id="rId1"/>
    </p:custDataLst>
    <p:extLst>
      <p:ext uri="{BB962C8B-B14F-4D97-AF65-F5344CB8AC3E}">
        <p14:creationId xmlns:p14="http://schemas.microsoft.com/office/powerpoint/2010/main" val="14819600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184A95-EBC3-6D62-2CD1-00F855371FE6}"/>
            </a:ext>
          </a:extLst>
        </p:cNvPr>
        <p:cNvGrpSpPr/>
        <p:nvPr/>
      </p:nvGrpSpPr>
      <p:grpSpPr>
        <a:xfrm>
          <a:off x="0" y="0"/>
          <a:ext cx="0" cy="0"/>
          <a:chOff x="0" y="0"/>
          <a:chExt cx="0" cy="0"/>
        </a:xfrm>
      </p:grpSpPr>
      <p:pic>
        <p:nvPicPr>
          <p:cNvPr id="3" name="Google Shape;417;p66">
            <a:extLst>
              <a:ext uri="{FF2B5EF4-FFF2-40B4-BE49-F238E27FC236}">
                <a16:creationId xmlns:a16="http://schemas.microsoft.com/office/drawing/2014/main" id="{31B05DAE-651B-8000-CCA6-A88A79E51651}"/>
              </a:ext>
            </a:extLst>
          </p:cNvPr>
          <p:cNvPicPr preferRelativeResize="0"/>
          <p:nvPr>
            <p:custDataLst>
              <p:tags r:id="rId2"/>
            </p:custDataLst>
          </p:nvPr>
        </p:nvPicPr>
        <p:blipFill>
          <a:blip r:embed="rId7" cstate="screen">
            <a:alphaModFix amt="67000"/>
            <a:extLst>
              <a:ext uri="{28A0092B-C50C-407E-A947-70E740481C1C}">
                <a14:useLocalDpi xmlns:a14="http://schemas.microsoft.com/office/drawing/2010/main"/>
              </a:ext>
            </a:extLst>
          </a:blip>
          <a:srcRect/>
          <a:stretch/>
        </p:blipFill>
        <p:spPr>
          <a:xfrm>
            <a:off x="13242" y="0"/>
            <a:ext cx="12205242" cy="3037840"/>
          </a:xfrm>
          <a:prstGeom prst="rect">
            <a:avLst/>
          </a:prstGeom>
          <a:noFill/>
          <a:ln>
            <a:noFill/>
          </a:ln>
        </p:spPr>
      </p:pic>
      <p:sp>
        <p:nvSpPr>
          <p:cNvPr id="5" name="Title 4">
            <a:extLst>
              <a:ext uri="{FF2B5EF4-FFF2-40B4-BE49-F238E27FC236}">
                <a16:creationId xmlns:a16="http://schemas.microsoft.com/office/drawing/2014/main" id="{762A363F-2887-9666-C9E6-4608450B9339}"/>
              </a:ext>
            </a:extLst>
          </p:cNvPr>
          <p:cNvSpPr>
            <a:spLocks noGrp="1"/>
          </p:cNvSpPr>
          <p:nvPr>
            <p:ph type="title"/>
            <p:custDataLst>
              <p:tags r:id="rId3"/>
            </p:custDataLst>
          </p:nvPr>
        </p:nvSpPr>
        <p:spPr>
          <a:xfrm>
            <a:off x="616221" y="3286441"/>
            <a:ext cx="3650979" cy="3282117"/>
          </a:xfrm>
        </p:spPr>
        <p:txBody>
          <a:bodyPr anchor="t">
            <a:normAutofit/>
          </a:bodyPr>
          <a:lstStyle/>
          <a:p>
            <a:r>
              <a:rPr lang="en-US" noProof="1"/>
              <a:t>Bibliografie</a:t>
            </a:r>
          </a:p>
        </p:txBody>
      </p:sp>
      <p:sp>
        <p:nvSpPr>
          <p:cNvPr id="6" name="Content Placeholder 5">
            <a:extLst>
              <a:ext uri="{FF2B5EF4-FFF2-40B4-BE49-F238E27FC236}">
                <a16:creationId xmlns:a16="http://schemas.microsoft.com/office/drawing/2014/main" id="{7DB09AAC-3B8B-493C-6F55-3B38893ABC4A}"/>
              </a:ext>
            </a:extLst>
          </p:cNvPr>
          <p:cNvSpPr>
            <a:spLocks noGrp="1"/>
          </p:cNvSpPr>
          <p:nvPr>
            <p:ph sz="quarter" idx="13"/>
            <p:custDataLst>
              <p:tags r:id="rId4"/>
            </p:custDataLst>
          </p:nvPr>
        </p:nvSpPr>
        <p:spPr>
          <a:xfrm>
            <a:off x="4267200" y="3284621"/>
            <a:ext cx="7315200" cy="3284188"/>
          </a:xfrm>
        </p:spPr>
        <p:txBody>
          <a:bodyPr>
            <a:normAutofit/>
          </a:bodyPr>
          <a:lstStyle/>
          <a:p>
            <a:r>
              <a:rPr lang="en-US" noProof="1">
                <a:hlinkClick r:id="rId8"/>
              </a:rPr>
              <a:t>Wikipedia - „Maglev”.</a:t>
            </a:r>
            <a:endParaRPr lang="en-US" noProof="1"/>
          </a:p>
          <a:p>
            <a:r>
              <a:rPr lang="en-US" noProof="1">
                <a:hlinkClick r:id="rId9"/>
              </a:rPr>
              <a:t>Britannica - „Maglev Train”.</a:t>
            </a:r>
            <a:endParaRPr lang="en-US" noProof="1"/>
          </a:p>
          <a:p>
            <a:r>
              <a:rPr lang="en-US" noProof="1">
                <a:hlinkClick r:id="rId10"/>
              </a:rPr>
              <a:t>HowStuffWorks - „How Maglev Trains Work”.</a:t>
            </a:r>
            <a:endParaRPr lang="en-US" noProof="1"/>
          </a:p>
          <a:p>
            <a:r>
              <a:rPr lang="en-US" noProof="1">
                <a:hlinkClick r:id="rId11"/>
              </a:rPr>
              <a:t>Siemens Mobility - „Maglev Technology Overview”.</a:t>
            </a:r>
            <a:endParaRPr lang="en-US" noProof="1"/>
          </a:p>
          <a:p>
            <a:r>
              <a:rPr lang="en-US" noProof="1">
                <a:hlinkClick r:id="rId12"/>
              </a:rPr>
              <a:t>Japan Railway Technical Research Institute - „Superconducting Maglev Development”.</a:t>
            </a:r>
            <a:endParaRPr lang="en-US" noProof="1"/>
          </a:p>
        </p:txBody>
      </p:sp>
      <p:sp>
        <p:nvSpPr>
          <p:cNvPr id="7" name="Text Placeholder 6">
            <a:extLst>
              <a:ext uri="{FF2B5EF4-FFF2-40B4-BE49-F238E27FC236}">
                <a16:creationId xmlns:a16="http://schemas.microsoft.com/office/drawing/2014/main" id="{8FEE12D9-FF5C-A6F8-06BD-93AB3F534BB9}"/>
              </a:ext>
            </a:extLst>
          </p:cNvPr>
          <p:cNvSpPr>
            <a:spLocks noGrp="1"/>
          </p:cNvSpPr>
          <p:nvPr>
            <p:ph type="body" sz="quarter" idx="14"/>
            <p:custDataLst>
              <p:tags r:id="rId5"/>
            </p:custDataLst>
          </p:nvPr>
        </p:nvSpPr>
        <p:spPr>
          <a:xfrm>
            <a:off x="609598" y="467796"/>
            <a:ext cx="2286000" cy="311610"/>
          </a:xfrm>
          <a:noFill/>
          <a:ln w="19050">
            <a:solidFill>
              <a:schemeClr val="tx2"/>
            </a:solidFill>
          </a:ln>
        </p:spPr>
        <p:txBody>
          <a:bodyPr vert="horz" wrap="none" lIns="91440" tIns="18288" rIns="91440" bIns="18288" rtlCol="0" anchor="ctr">
            <a:normAutofit/>
          </a:bodyPr>
          <a:lstStyle/>
          <a:p>
            <a:r>
              <a:rPr lang="en-US" b="0" cap="all" noProof="1"/>
              <a:t>Bibliografie</a:t>
            </a:r>
          </a:p>
        </p:txBody>
      </p:sp>
    </p:spTree>
    <p:custDataLst>
      <p:tags r:id="rId1"/>
    </p:custDataLst>
    <p:extLst>
      <p:ext uri="{BB962C8B-B14F-4D97-AF65-F5344CB8AC3E}">
        <p14:creationId xmlns:p14="http://schemas.microsoft.com/office/powerpoint/2010/main" val="26629796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FA4EDF-8FC2-F4EF-4012-A1BCB63CDC53}"/>
              </a:ext>
            </a:extLst>
          </p:cNvPr>
          <p:cNvSpPr>
            <a:spLocks noGrp="1"/>
          </p:cNvSpPr>
          <p:nvPr>
            <p:ph type="title"/>
          </p:nvPr>
        </p:nvSpPr>
        <p:spPr/>
        <p:txBody>
          <a:bodyPr/>
          <a:lstStyle/>
          <a:p>
            <a:r>
              <a:rPr lang="en-US" dirty="0" err="1"/>
              <a:t>Acest</a:t>
            </a:r>
            <a:r>
              <a:rPr lang="en-US" dirty="0"/>
              <a:t> </a:t>
            </a:r>
            <a:r>
              <a:rPr lang="en-US" dirty="0" err="1"/>
              <a:t>proiect</a:t>
            </a:r>
            <a:r>
              <a:rPr lang="en-US" dirty="0"/>
              <a:t> a </a:t>
            </a:r>
            <a:r>
              <a:rPr lang="en-US" dirty="0" err="1"/>
              <a:t>fost</a:t>
            </a:r>
            <a:r>
              <a:rPr lang="en-US" dirty="0"/>
              <a:t> </a:t>
            </a:r>
            <a:r>
              <a:rPr lang="en-US" dirty="0" err="1"/>
              <a:t>creat</a:t>
            </a:r>
            <a:r>
              <a:rPr lang="en-US" dirty="0"/>
              <a:t> de:</a:t>
            </a:r>
            <a:endParaRPr lang="en-150" dirty="0"/>
          </a:p>
        </p:txBody>
      </p:sp>
      <p:sp>
        <p:nvSpPr>
          <p:cNvPr id="3" name="Content Placeholder 2">
            <a:extLst>
              <a:ext uri="{FF2B5EF4-FFF2-40B4-BE49-F238E27FC236}">
                <a16:creationId xmlns:a16="http://schemas.microsoft.com/office/drawing/2014/main" id="{D21DF73E-9733-D1D6-9EC4-3565883E1484}"/>
              </a:ext>
            </a:extLst>
          </p:cNvPr>
          <p:cNvSpPr>
            <a:spLocks noGrp="1"/>
          </p:cNvSpPr>
          <p:nvPr>
            <p:ph sz="quarter" idx="13"/>
          </p:nvPr>
        </p:nvSpPr>
        <p:spPr>
          <a:xfrm>
            <a:off x="609599" y="1485900"/>
            <a:ext cx="7315200" cy="4572000"/>
          </a:xfrm>
        </p:spPr>
        <p:txBody>
          <a:bodyPr/>
          <a:lstStyle/>
          <a:p>
            <a:r>
              <a:rPr lang="en-US" dirty="0"/>
              <a:t>Andrei Iamandi;</a:t>
            </a:r>
          </a:p>
          <a:p>
            <a:r>
              <a:rPr lang="en-US" dirty="0"/>
              <a:t>Iulian </a:t>
            </a:r>
            <a:r>
              <a:rPr lang="en-US" dirty="0" err="1"/>
              <a:t>Gâjă</a:t>
            </a:r>
            <a:r>
              <a:rPr lang="en-US" dirty="0"/>
              <a:t>;</a:t>
            </a:r>
          </a:p>
          <a:p>
            <a:r>
              <a:rPr lang="en-US" dirty="0" err="1"/>
              <a:t>Leanca</a:t>
            </a:r>
            <a:r>
              <a:rPr lang="en-US" dirty="0"/>
              <a:t> Lior;</a:t>
            </a:r>
          </a:p>
          <a:p>
            <a:r>
              <a:rPr lang="en-US" dirty="0"/>
              <a:t>Lumumba Rebeca</a:t>
            </a:r>
          </a:p>
          <a:p>
            <a:r>
              <a:rPr lang="en-US" dirty="0"/>
              <a:t>Andreea Lungu</a:t>
            </a:r>
            <a:endParaRPr lang="en-150" dirty="0"/>
          </a:p>
        </p:txBody>
      </p:sp>
      <p:sp>
        <p:nvSpPr>
          <p:cNvPr id="4" name="Text Placeholder 3">
            <a:extLst>
              <a:ext uri="{FF2B5EF4-FFF2-40B4-BE49-F238E27FC236}">
                <a16:creationId xmlns:a16="http://schemas.microsoft.com/office/drawing/2014/main" id="{BBCA74D0-D982-5A81-70CA-ED4D3A7BBBFA}"/>
              </a:ext>
            </a:extLst>
          </p:cNvPr>
          <p:cNvSpPr>
            <a:spLocks noGrp="1"/>
          </p:cNvSpPr>
          <p:nvPr>
            <p:ph type="body" sz="quarter" idx="14"/>
          </p:nvPr>
        </p:nvSpPr>
        <p:spPr>
          <a:xfrm>
            <a:off x="609599" y="457201"/>
            <a:ext cx="942657" cy="311610"/>
          </a:xfrm>
        </p:spPr>
        <p:txBody>
          <a:bodyPr/>
          <a:lstStyle/>
          <a:p>
            <a:r>
              <a:rPr lang="en-US" b="0" dirty="0"/>
              <a:t>CREDITE</a:t>
            </a:r>
            <a:endParaRPr lang="en-150" b="0" dirty="0"/>
          </a:p>
        </p:txBody>
      </p:sp>
      <p:sp>
        <p:nvSpPr>
          <p:cNvPr id="9" name="Title 1">
            <a:extLst>
              <a:ext uri="{FF2B5EF4-FFF2-40B4-BE49-F238E27FC236}">
                <a16:creationId xmlns:a16="http://schemas.microsoft.com/office/drawing/2014/main" id="{DFEAD557-1CE5-B86C-3D6B-AA8D3FB3D984}"/>
              </a:ext>
            </a:extLst>
          </p:cNvPr>
          <p:cNvSpPr txBox="1">
            <a:spLocks/>
          </p:cNvSpPr>
          <p:nvPr/>
        </p:nvSpPr>
        <p:spPr>
          <a:xfrm>
            <a:off x="995362" y="5086350"/>
            <a:ext cx="10201275" cy="571500"/>
          </a:xfrm>
          <a:prstGeom prst="rect">
            <a:avLst/>
          </a:prstGeom>
        </p:spPr>
        <p:txBody>
          <a:bodyPr vert="horz" lIns="91440" tIns="45720" rIns="91440" bIns="45720" rtlCol="0" anchor="ctr">
            <a:noAutofit/>
          </a:bodyPr>
          <a:lstStyle>
            <a:lvl1pPr algn="l" defTabSz="914377" rtl="0" eaLnBrk="1" latinLnBrk="0" hangingPunct="1">
              <a:lnSpc>
                <a:spcPct val="100000"/>
              </a:lnSpc>
              <a:spcBef>
                <a:spcPct val="0"/>
              </a:spcBef>
              <a:buNone/>
              <a:defRPr sz="2600" b="1" i="0" kern="1200">
                <a:solidFill>
                  <a:schemeClr val="tx1"/>
                </a:solidFill>
                <a:latin typeface="+mj-lt"/>
                <a:ea typeface="+mj-ea"/>
                <a:cs typeface="+mj-cs"/>
              </a:defRPr>
            </a:lvl1pPr>
          </a:lstStyle>
          <a:p>
            <a:pPr algn="ctr"/>
            <a:r>
              <a:rPr lang="en-US" sz="4800" dirty="0" err="1"/>
              <a:t>Vă</a:t>
            </a:r>
            <a:r>
              <a:rPr lang="en-US" sz="4800" dirty="0"/>
              <a:t> </a:t>
            </a:r>
            <a:r>
              <a:rPr lang="en-US" sz="4800" dirty="0" err="1"/>
              <a:t>mulțumim</a:t>
            </a:r>
            <a:r>
              <a:rPr lang="en-US" sz="4800" dirty="0"/>
              <a:t> </a:t>
            </a:r>
            <a:r>
              <a:rPr lang="en-US" sz="4800" dirty="0" err="1"/>
              <a:t>pentru</a:t>
            </a:r>
            <a:r>
              <a:rPr lang="en-US" sz="4800" dirty="0"/>
              <a:t> </a:t>
            </a:r>
            <a:r>
              <a:rPr lang="en-US" sz="4800" dirty="0" err="1"/>
              <a:t>vizionare</a:t>
            </a:r>
            <a:r>
              <a:rPr lang="en-US" sz="4800" dirty="0"/>
              <a:t> </a:t>
            </a:r>
            <a:r>
              <a:rPr lang="en-US" sz="4800" dirty="0" err="1"/>
              <a:t>și</a:t>
            </a:r>
            <a:r>
              <a:rPr lang="en-US" sz="4800" dirty="0"/>
              <a:t> </a:t>
            </a:r>
            <a:r>
              <a:rPr lang="en-US" sz="4800" dirty="0" err="1"/>
              <a:t>vă</a:t>
            </a:r>
            <a:r>
              <a:rPr lang="en-US" sz="4800" dirty="0"/>
              <a:t> </a:t>
            </a:r>
            <a:r>
              <a:rPr lang="en-US" sz="4800" dirty="0" err="1"/>
              <a:t>dorim</a:t>
            </a:r>
            <a:r>
              <a:rPr lang="en-US" sz="4800" dirty="0"/>
              <a:t> </a:t>
            </a:r>
            <a:r>
              <a:rPr lang="en-US" sz="4800" dirty="0" err="1"/>
              <a:t>succes</a:t>
            </a:r>
            <a:r>
              <a:rPr lang="en-US" sz="4800" dirty="0"/>
              <a:t> la </a:t>
            </a:r>
            <a:r>
              <a:rPr lang="en-US" sz="4800" dirty="0" err="1"/>
              <a:t>celelalte</a:t>
            </a:r>
            <a:r>
              <a:rPr lang="en-US" sz="4800" dirty="0"/>
              <a:t> </a:t>
            </a:r>
            <a:r>
              <a:rPr lang="en-US" sz="4800" dirty="0" err="1"/>
              <a:t>proiecte</a:t>
            </a:r>
            <a:r>
              <a:rPr lang="en-US" sz="4800" dirty="0"/>
              <a:t>!</a:t>
            </a:r>
            <a:endParaRPr lang="en-150" sz="4800" dirty="0"/>
          </a:p>
        </p:txBody>
      </p:sp>
    </p:spTree>
    <p:extLst>
      <p:ext uri="{BB962C8B-B14F-4D97-AF65-F5344CB8AC3E}">
        <p14:creationId xmlns:p14="http://schemas.microsoft.com/office/powerpoint/2010/main" val="3505861111"/>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PLUS_TEMPLATE" val="XFzedsfTQ3ccCtO09a4pZt"/>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PLUS_SLIDE_ID" val="kqplMC1wKwvcjVhxZGxhoO"/>
  <p:tag name="PLUS_SLIDE_PPT_ID" val="605#4088204139"/>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PLUS_ID" val="swappable_0"/>
</p:tagLst>
</file>

<file path=ppt/tags/tag14.xml><?xml version="1.0" encoding="utf-8"?>
<p:tagLst xmlns:a="http://schemas.openxmlformats.org/drawingml/2006/main" xmlns:r="http://schemas.openxmlformats.org/officeDocument/2006/relationships" xmlns:p="http://schemas.openxmlformats.org/presentationml/2006/main">
  <p:tag name="PLUS_ID" val="swappable_1"/>
</p:tagLst>
</file>

<file path=ppt/tags/tag15.xml><?xml version="1.0" encoding="utf-8"?>
<p:tagLst xmlns:a="http://schemas.openxmlformats.org/drawingml/2006/main" xmlns:r="http://schemas.openxmlformats.org/officeDocument/2006/relationships" xmlns:p="http://schemas.openxmlformats.org/presentationml/2006/main">
  <p:tag name="PLUS_ID" val="date"/>
</p:tagLst>
</file>

<file path=ppt/tags/tag16.xml><?xml version="1.0" encoding="utf-8"?>
<p:tagLst xmlns:a="http://schemas.openxmlformats.org/drawingml/2006/main" xmlns:r="http://schemas.openxmlformats.org/officeDocument/2006/relationships" xmlns:p="http://schemas.openxmlformats.org/presentationml/2006/main">
  <p:tag name="PLUS_ID" val="presentation_title"/>
</p:tagLst>
</file>

<file path=ppt/tags/tag17.xml><?xml version="1.0" encoding="utf-8"?>
<p:tagLst xmlns:a="http://schemas.openxmlformats.org/drawingml/2006/main" xmlns:r="http://schemas.openxmlformats.org/officeDocument/2006/relationships" xmlns:p="http://schemas.openxmlformats.org/presentationml/2006/main">
  <p:tag name="PLUS_SLIDE_ID" val="XFzedsfTQ3ccCtO09a4qL4"/>
  <p:tag name="PLUS_SLIDE_PPT_ID" val="413#2807271661"/>
</p:tagLst>
</file>

<file path=ppt/tags/tag18.xml><?xml version="1.0" encoding="utf-8"?>
<p:tagLst xmlns:a="http://schemas.openxmlformats.org/drawingml/2006/main" xmlns:r="http://schemas.openxmlformats.org/officeDocument/2006/relationships" xmlns:p="http://schemas.openxmlformats.org/presentationml/2006/main">
  <p:tag name="PLUS_ID" val="swappable_0"/>
</p:tagLst>
</file>

<file path=ppt/tags/tag19.xml><?xml version="1.0" encoding="utf-8"?>
<p:tagLst xmlns:a="http://schemas.openxmlformats.org/drawingml/2006/main" xmlns:r="http://schemas.openxmlformats.org/officeDocument/2006/relationships" xmlns:p="http://schemas.openxmlformats.org/presentationml/2006/main">
  <p:tag name="PLUS_ID" val="title"/>
</p:tagLst>
</file>

<file path=ppt/tags/tag20.xml><?xml version="1.0" encoding="utf-8"?>
<p:tagLst xmlns:a="http://schemas.openxmlformats.org/drawingml/2006/main" xmlns:r="http://schemas.openxmlformats.org/officeDocument/2006/relationships" xmlns:p="http://schemas.openxmlformats.org/presentationml/2006/main">
  <p:tag name="PLUS_ID" val="detail"/>
</p:tagLst>
</file>

<file path=ppt/tags/tag21.xml><?xml version="1.0" encoding="utf-8"?>
<p:tagLst xmlns:a="http://schemas.openxmlformats.org/drawingml/2006/main" xmlns:r="http://schemas.openxmlformats.org/officeDocument/2006/relationships" xmlns:p="http://schemas.openxmlformats.org/presentationml/2006/main">
  <p:tag name="PLUS_ID" val="chapter"/>
</p:tagLst>
</file>

<file path=ppt/tags/tag22.xml><?xml version="1.0" encoding="utf-8"?>
<p:tagLst xmlns:a="http://schemas.openxmlformats.org/drawingml/2006/main" xmlns:r="http://schemas.openxmlformats.org/officeDocument/2006/relationships" xmlns:p="http://schemas.openxmlformats.org/presentationml/2006/main">
  <p:tag name="PLUS_ID" val="swappable_1"/>
</p:tagLst>
</file>

<file path=ppt/tags/tag23.xml><?xml version="1.0" encoding="utf-8"?>
<p:tagLst xmlns:a="http://schemas.openxmlformats.org/drawingml/2006/main" xmlns:r="http://schemas.openxmlformats.org/officeDocument/2006/relationships" xmlns:p="http://schemas.openxmlformats.org/presentationml/2006/main">
  <p:tag name="PLUS_SLIDE_ID" val="u4GJR2AvHXD2Mm6n9jItQ6"/>
  <p:tag name="PLUS_SLIDE_PPT_ID" val="618#1967858467"/>
</p:tagLst>
</file>

<file path=ppt/tags/tag24.xml><?xml version="1.0" encoding="utf-8"?>
<p:tagLst xmlns:a="http://schemas.openxmlformats.org/drawingml/2006/main" xmlns:r="http://schemas.openxmlformats.org/officeDocument/2006/relationships" xmlns:p="http://schemas.openxmlformats.org/presentationml/2006/main">
  <p:tag name="PLUS_ID" val="swappable_0"/>
</p:tagLst>
</file>

<file path=ppt/tags/tag25.xml><?xml version="1.0" encoding="utf-8"?>
<p:tagLst xmlns:a="http://schemas.openxmlformats.org/drawingml/2006/main" xmlns:r="http://schemas.openxmlformats.org/officeDocument/2006/relationships" xmlns:p="http://schemas.openxmlformats.org/presentationml/2006/main">
  <p:tag name="PLUS_ID" val="title"/>
</p:tagLst>
</file>

<file path=ppt/tags/tag26.xml><?xml version="1.0" encoding="utf-8"?>
<p:tagLst xmlns:a="http://schemas.openxmlformats.org/drawingml/2006/main" xmlns:r="http://schemas.openxmlformats.org/officeDocument/2006/relationships" xmlns:p="http://schemas.openxmlformats.org/presentationml/2006/main">
  <p:tag name="PLUS_ID" val="header_0"/>
</p:tagLst>
</file>

<file path=ppt/tags/tag27.xml><?xml version="1.0" encoding="utf-8"?>
<p:tagLst xmlns:a="http://schemas.openxmlformats.org/drawingml/2006/main" xmlns:r="http://schemas.openxmlformats.org/officeDocument/2006/relationships" xmlns:p="http://schemas.openxmlformats.org/presentationml/2006/main">
  <p:tag name="PLUS_ID" val="detail_0"/>
</p:tagLst>
</file>

<file path=ppt/tags/tag28.xml><?xml version="1.0" encoding="utf-8"?>
<p:tagLst xmlns:a="http://schemas.openxmlformats.org/drawingml/2006/main" xmlns:r="http://schemas.openxmlformats.org/officeDocument/2006/relationships" xmlns:p="http://schemas.openxmlformats.org/presentationml/2006/main">
  <p:tag name="PLUS_ID" val="header_1"/>
</p:tagLst>
</file>

<file path=ppt/tags/tag29.xml><?xml version="1.0" encoding="utf-8"?>
<p:tagLst xmlns:a="http://schemas.openxmlformats.org/drawingml/2006/main" xmlns:r="http://schemas.openxmlformats.org/officeDocument/2006/relationships" xmlns:p="http://schemas.openxmlformats.org/presentationml/2006/main">
  <p:tag name="PLUS_ID" val="detail_1"/>
</p:tagLst>
</file>

<file path=ppt/tags/tag30.xml><?xml version="1.0" encoding="utf-8"?>
<p:tagLst xmlns:a="http://schemas.openxmlformats.org/drawingml/2006/main" xmlns:r="http://schemas.openxmlformats.org/officeDocument/2006/relationships" xmlns:p="http://schemas.openxmlformats.org/presentationml/2006/main">
  <p:tag name="PLUS_ID" val="chapter"/>
</p:tagLst>
</file>

<file path=ppt/tags/tag31.xml><?xml version="1.0" encoding="utf-8"?>
<p:tagLst xmlns:a="http://schemas.openxmlformats.org/drawingml/2006/main" xmlns:r="http://schemas.openxmlformats.org/officeDocument/2006/relationships" xmlns:p="http://schemas.openxmlformats.org/presentationml/2006/main">
  <p:tag name="PLUS_SLIDE_ID" val="XFzedsfTQ3ccCtO09a568u"/>
  <p:tag name="PLUS_SLIDE_PPT_ID" val="624#3050650309"/>
</p:tagLst>
</file>

<file path=ppt/tags/tag32.xml><?xml version="1.0" encoding="utf-8"?>
<p:tagLst xmlns:a="http://schemas.openxmlformats.org/drawingml/2006/main" xmlns:r="http://schemas.openxmlformats.org/officeDocument/2006/relationships" xmlns:p="http://schemas.openxmlformats.org/presentationml/2006/main">
  <p:tag name="PLUS_ID" val="title"/>
</p:tagLst>
</file>

<file path=ppt/tags/tag33.xml><?xml version="1.0" encoding="utf-8"?>
<p:tagLst xmlns:a="http://schemas.openxmlformats.org/drawingml/2006/main" xmlns:r="http://schemas.openxmlformats.org/officeDocument/2006/relationships" xmlns:p="http://schemas.openxmlformats.org/presentationml/2006/main">
  <p:tag name="PLUS_ID" val="chapter"/>
</p:tagLst>
</file>

<file path=ppt/tags/tag34.xml><?xml version="1.0" encoding="utf-8"?>
<p:tagLst xmlns:a="http://schemas.openxmlformats.org/drawingml/2006/main" xmlns:r="http://schemas.openxmlformats.org/officeDocument/2006/relationships" xmlns:p="http://schemas.openxmlformats.org/presentationml/2006/main">
  <p:tag name="PLUS_ID" val="detail_0"/>
</p:tagLst>
</file>

<file path=ppt/tags/tag35.xml><?xml version="1.0" encoding="utf-8"?>
<p:tagLst xmlns:a="http://schemas.openxmlformats.org/drawingml/2006/main" xmlns:r="http://schemas.openxmlformats.org/officeDocument/2006/relationships" xmlns:p="http://schemas.openxmlformats.org/presentationml/2006/main">
  <p:tag name="PLUS_ID" val="detail_1"/>
</p:tagLst>
</file>

<file path=ppt/tags/tag36.xml><?xml version="1.0" encoding="utf-8"?>
<p:tagLst xmlns:a="http://schemas.openxmlformats.org/drawingml/2006/main" xmlns:r="http://schemas.openxmlformats.org/officeDocument/2006/relationships" xmlns:p="http://schemas.openxmlformats.org/presentationml/2006/main">
  <p:tag name="PLUS_ID" val="detail_2"/>
</p:tagLst>
</file>

<file path=ppt/tags/tag37.xml><?xml version="1.0" encoding="utf-8"?>
<p:tagLst xmlns:a="http://schemas.openxmlformats.org/drawingml/2006/main" xmlns:r="http://schemas.openxmlformats.org/officeDocument/2006/relationships" xmlns:p="http://schemas.openxmlformats.org/presentationml/2006/main">
  <p:tag name="PLUS_ID" val="header_1"/>
</p:tagLst>
</file>

<file path=ppt/tags/tag38.xml><?xml version="1.0" encoding="utf-8"?>
<p:tagLst xmlns:a="http://schemas.openxmlformats.org/drawingml/2006/main" xmlns:r="http://schemas.openxmlformats.org/officeDocument/2006/relationships" xmlns:p="http://schemas.openxmlformats.org/presentationml/2006/main">
  <p:tag name="PLUS_ID" val="header_0"/>
</p:tagLst>
</file>

<file path=ppt/tags/tag39.xml><?xml version="1.0" encoding="utf-8"?>
<p:tagLst xmlns:a="http://schemas.openxmlformats.org/drawingml/2006/main" xmlns:r="http://schemas.openxmlformats.org/officeDocument/2006/relationships" xmlns:p="http://schemas.openxmlformats.org/presentationml/2006/main">
  <p:tag name="PLUS_ID" val="header_2"/>
</p:tagLst>
</file>

<file path=ppt/tags/tag40.xml><?xml version="1.0" encoding="utf-8"?>
<p:tagLst xmlns:a="http://schemas.openxmlformats.org/drawingml/2006/main" xmlns:r="http://schemas.openxmlformats.org/officeDocument/2006/relationships" xmlns:p="http://schemas.openxmlformats.org/presentationml/2006/main">
  <p:tag name="PLUS_SLIDE_ID" val="u4GJR2AvHXD2Mm6n9jJETa"/>
  <p:tag name="PLUS_SLIDE_PPT_ID" val="385#422991470"/>
</p:tagLst>
</file>

<file path=ppt/tags/tag41.xml><?xml version="1.0" encoding="utf-8"?>
<p:tagLst xmlns:a="http://schemas.openxmlformats.org/drawingml/2006/main" xmlns:r="http://schemas.openxmlformats.org/officeDocument/2006/relationships" xmlns:p="http://schemas.openxmlformats.org/presentationml/2006/main">
  <p:tag name="PLUS_ID" val="swappable_0"/>
</p:tagLst>
</file>

<file path=ppt/tags/tag42.xml><?xml version="1.0" encoding="utf-8"?>
<p:tagLst xmlns:a="http://schemas.openxmlformats.org/drawingml/2006/main" xmlns:r="http://schemas.openxmlformats.org/officeDocument/2006/relationships" xmlns:p="http://schemas.openxmlformats.org/presentationml/2006/main">
  <p:tag name="PLUS_ID" val="title"/>
</p:tagLst>
</file>

<file path=ppt/tags/tag43.xml><?xml version="1.0" encoding="utf-8"?>
<p:tagLst xmlns:a="http://schemas.openxmlformats.org/drawingml/2006/main" xmlns:r="http://schemas.openxmlformats.org/officeDocument/2006/relationships" xmlns:p="http://schemas.openxmlformats.org/presentationml/2006/main">
  <p:tag name="PLUS_ID" val="chapter"/>
</p:tagLst>
</file>

<file path=ppt/tags/tag44.xml><?xml version="1.0" encoding="utf-8"?>
<p:tagLst xmlns:a="http://schemas.openxmlformats.org/drawingml/2006/main" xmlns:r="http://schemas.openxmlformats.org/officeDocument/2006/relationships" xmlns:p="http://schemas.openxmlformats.org/presentationml/2006/main">
  <p:tag name="PLUS_ID" val="detail_0"/>
</p:tagLst>
</file>

<file path=ppt/tags/tag45.xml><?xml version="1.0" encoding="utf-8"?>
<p:tagLst xmlns:a="http://schemas.openxmlformats.org/drawingml/2006/main" xmlns:r="http://schemas.openxmlformats.org/officeDocument/2006/relationships" xmlns:p="http://schemas.openxmlformats.org/presentationml/2006/main">
  <p:tag name="PLUS_ID" val="detail_1"/>
</p:tagLst>
</file>

<file path=ppt/tags/tag46.xml><?xml version="1.0" encoding="utf-8"?>
<p:tagLst xmlns:a="http://schemas.openxmlformats.org/drawingml/2006/main" xmlns:r="http://schemas.openxmlformats.org/officeDocument/2006/relationships" xmlns:p="http://schemas.openxmlformats.org/presentationml/2006/main">
  <p:tag name="PLUS_ID" val="header_0"/>
</p:tagLst>
</file>

<file path=ppt/tags/tag47.xml><?xml version="1.0" encoding="utf-8"?>
<p:tagLst xmlns:a="http://schemas.openxmlformats.org/drawingml/2006/main" xmlns:r="http://schemas.openxmlformats.org/officeDocument/2006/relationships" xmlns:p="http://schemas.openxmlformats.org/presentationml/2006/main">
  <p:tag name="PLUS_ID" val="header_1"/>
</p:tagLst>
</file>

<file path=ppt/tags/tag48.xml><?xml version="1.0" encoding="utf-8"?>
<p:tagLst xmlns:a="http://schemas.openxmlformats.org/drawingml/2006/main" xmlns:r="http://schemas.openxmlformats.org/officeDocument/2006/relationships" xmlns:p="http://schemas.openxmlformats.org/presentationml/2006/main">
  <p:tag name="PLUS_ID" val="image_0"/>
</p:tagLst>
</file>

<file path=ppt/tags/tag49.xml><?xml version="1.0" encoding="utf-8"?>
<p:tagLst xmlns:a="http://schemas.openxmlformats.org/drawingml/2006/main" xmlns:r="http://schemas.openxmlformats.org/officeDocument/2006/relationships" xmlns:p="http://schemas.openxmlformats.org/presentationml/2006/main">
  <p:tag name="PLUS_ID" val="image_1"/>
</p:tagLst>
</file>

<file path=ppt/tags/tag50.xml><?xml version="1.0" encoding="utf-8"?>
<p:tagLst xmlns:a="http://schemas.openxmlformats.org/drawingml/2006/main" xmlns:r="http://schemas.openxmlformats.org/officeDocument/2006/relationships" xmlns:p="http://schemas.openxmlformats.org/presentationml/2006/main">
  <p:tag name="PLUS_SLIDE_ID" val="u4GJR2AvHXD2Mm6n9jJqgS"/>
  <p:tag name="PLUS_SLIDE_PPT_ID" val="652#194252249"/>
</p:tagLst>
</file>

<file path=ppt/tags/tag51.xml><?xml version="1.0" encoding="utf-8"?>
<p:tagLst xmlns:a="http://schemas.openxmlformats.org/drawingml/2006/main" xmlns:r="http://schemas.openxmlformats.org/officeDocument/2006/relationships" xmlns:p="http://schemas.openxmlformats.org/presentationml/2006/main">
  <p:tag name="PLUS_ID" val="detail_0"/>
</p:tagLst>
</file>

<file path=ppt/tags/tag52.xml><?xml version="1.0" encoding="utf-8"?>
<p:tagLst xmlns:a="http://schemas.openxmlformats.org/drawingml/2006/main" xmlns:r="http://schemas.openxmlformats.org/officeDocument/2006/relationships" xmlns:p="http://schemas.openxmlformats.org/presentationml/2006/main">
  <p:tag name="PLUS_ID" val="detail_1"/>
</p:tagLst>
</file>

<file path=ppt/tags/tag53.xml><?xml version="1.0" encoding="utf-8"?>
<p:tagLst xmlns:a="http://schemas.openxmlformats.org/drawingml/2006/main" xmlns:r="http://schemas.openxmlformats.org/officeDocument/2006/relationships" xmlns:p="http://schemas.openxmlformats.org/presentationml/2006/main">
  <p:tag name="PLUS_ID" val="header_0"/>
</p:tagLst>
</file>

<file path=ppt/tags/tag54.xml><?xml version="1.0" encoding="utf-8"?>
<p:tagLst xmlns:a="http://schemas.openxmlformats.org/drawingml/2006/main" xmlns:r="http://schemas.openxmlformats.org/officeDocument/2006/relationships" xmlns:p="http://schemas.openxmlformats.org/presentationml/2006/main">
  <p:tag name="PLUS_ID" val="header_1"/>
</p:tagLst>
</file>

<file path=ppt/tags/tag55.xml><?xml version="1.0" encoding="utf-8"?>
<p:tagLst xmlns:a="http://schemas.openxmlformats.org/drawingml/2006/main" xmlns:r="http://schemas.openxmlformats.org/officeDocument/2006/relationships" xmlns:p="http://schemas.openxmlformats.org/presentationml/2006/main">
  <p:tag name="PLUS_ID" val="title"/>
</p:tagLst>
</file>

<file path=ppt/tags/tag56.xml><?xml version="1.0" encoding="utf-8"?>
<p:tagLst xmlns:a="http://schemas.openxmlformats.org/drawingml/2006/main" xmlns:r="http://schemas.openxmlformats.org/officeDocument/2006/relationships" xmlns:p="http://schemas.openxmlformats.org/presentationml/2006/main">
  <p:tag name="PLUS_ID" val="chapter"/>
</p:tagLst>
</file>

<file path=ppt/tags/tag57.xml><?xml version="1.0" encoding="utf-8"?>
<p:tagLst xmlns:a="http://schemas.openxmlformats.org/drawingml/2006/main" xmlns:r="http://schemas.openxmlformats.org/officeDocument/2006/relationships" xmlns:p="http://schemas.openxmlformats.org/presentationml/2006/main">
  <p:tag name="PLUS_SLIDE_ID" val="kqplMC1wKwvcjVhxZGxmqe"/>
  <p:tag name="PLUS_SLIDE_PPT_ID" val="622#3352258415"/>
</p:tagLst>
</file>

<file path=ppt/tags/tag5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9.xml><?xml version="1.0" encoding="utf-8"?>
<p:tagLst xmlns:a="http://schemas.openxmlformats.org/drawingml/2006/main" xmlns:r="http://schemas.openxmlformats.org/officeDocument/2006/relationships" xmlns:p="http://schemas.openxmlformats.org/presentationml/2006/main">
  <p:tag name="PLUS_ID" val="title"/>
</p:tagLst>
</file>

<file path=ppt/tags/tag60.xml><?xml version="1.0" encoding="utf-8"?>
<p:tagLst xmlns:a="http://schemas.openxmlformats.org/drawingml/2006/main" xmlns:r="http://schemas.openxmlformats.org/officeDocument/2006/relationships" xmlns:p="http://schemas.openxmlformats.org/presentationml/2006/main">
  <p:tag name="PLUS_ID" val="detail_0"/>
</p:tagLst>
</file>

<file path=ppt/tags/tag61.xml><?xml version="1.0" encoding="utf-8"?>
<p:tagLst xmlns:a="http://schemas.openxmlformats.org/drawingml/2006/main" xmlns:r="http://schemas.openxmlformats.org/officeDocument/2006/relationships" xmlns:p="http://schemas.openxmlformats.org/presentationml/2006/main">
  <p:tag name="PLUS_ID" val="detail_1"/>
</p:tagLst>
</file>

<file path=ppt/tags/tag62.xml><?xml version="1.0" encoding="utf-8"?>
<p:tagLst xmlns:a="http://schemas.openxmlformats.org/drawingml/2006/main" xmlns:r="http://schemas.openxmlformats.org/officeDocument/2006/relationships" xmlns:p="http://schemas.openxmlformats.org/presentationml/2006/main">
  <p:tag name="PLUS_ID" val="detail_2"/>
</p:tagLst>
</file>

<file path=ppt/tags/tag63.xml><?xml version="1.0" encoding="utf-8"?>
<p:tagLst xmlns:a="http://schemas.openxmlformats.org/drawingml/2006/main" xmlns:r="http://schemas.openxmlformats.org/officeDocument/2006/relationships" xmlns:p="http://schemas.openxmlformats.org/presentationml/2006/main">
  <p:tag name="PLUS_ID" val="header_0"/>
</p:tagLst>
</file>

<file path=ppt/tags/tag64.xml><?xml version="1.0" encoding="utf-8"?>
<p:tagLst xmlns:a="http://schemas.openxmlformats.org/drawingml/2006/main" xmlns:r="http://schemas.openxmlformats.org/officeDocument/2006/relationships" xmlns:p="http://schemas.openxmlformats.org/presentationml/2006/main">
  <p:tag name="PLUS_ID" val="header_1"/>
</p:tagLst>
</file>

<file path=ppt/tags/tag65.xml><?xml version="1.0" encoding="utf-8"?>
<p:tagLst xmlns:a="http://schemas.openxmlformats.org/drawingml/2006/main" xmlns:r="http://schemas.openxmlformats.org/officeDocument/2006/relationships" xmlns:p="http://schemas.openxmlformats.org/presentationml/2006/main">
  <p:tag name="PLUS_ID" val="header_2"/>
</p:tagLst>
</file>

<file path=ppt/tags/tag66.xml><?xml version="1.0" encoding="utf-8"?>
<p:tagLst xmlns:a="http://schemas.openxmlformats.org/drawingml/2006/main" xmlns:r="http://schemas.openxmlformats.org/officeDocument/2006/relationships" xmlns:p="http://schemas.openxmlformats.org/presentationml/2006/main">
  <p:tag name="PLUS_ID" val="chapter"/>
</p:tagLst>
</file>

<file path=ppt/tags/tag67.xml><?xml version="1.0" encoding="utf-8"?>
<p:tagLst xmlns:a="http://schemas.openxmlformats.org/drawingml/2006/main" xmlns:r="http://schemas.openxmlformats.org/officeDocument/2006/relationships" xmlns:p="http://schemas.openxmlformats.org/presentationml/2006/main">
  <p:tag name="PLUS_SLIDE_ID" val="XFzedsfTQ3ccCtO09a4r2c"/>
  <p:tag name="PLUS_SLIDE_PPT_ID" val="613#1481960086"/>
</p:tagLst>
</file>

<file path=ppt/tags/tag6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9.xml><?xml version="1.0" encoding="utf-8"?>
<p:tagLst xmlns:a="http://schemas.openxmlformats.org/drawingml/2006/main" xmlns:r="http://schemas.openxmlformats.org/officeDocument/2006/relationships" xmlns:p="http://schemas.openxmlformats.org/presentationml/2006/main">
  <p:tag name="PLUS_ID" val="swappable_0"/>
</p:tagLst>
</file>

<file path=ppt/tags/tag70.xml><?xml version="1.0" encoding="utf-8"?>
<p:tagLst xmlns:a="http://schemas.openxmlformats.org/drawingml/2006/main" xmlns:r="http://schemas.openxmlformats.org/officeDocument/2006/relationships" xmlns:p="http://schemas.openxmlformats.org/presentationml/2006/main">
  <p:tag name="PLUS_ID" val="title"/>
</p:tagLst>
</file>

<file path=ppt/tags/tag71.xml><?xml version="1.0" encoding="utf-8"?>
<p:tagLst xmlns:a="http://schemas.openxmlformats.org/drawingml/2006/main" xmlns:r="http://schemas.openxmlformats.org/officeDocument/2006/relationships" xmlns:p="http://schemas.openxmlformats.org/presentationml/2006/main">
  <p:tag name="PLUS_ID" val="detail"/>
</p:tagLst>
</file>

<file path=ppt/tags/tag72.xml><?xml version="1.0" encoding="utf-8"?>
<p:tagLst xmlns:a="http://schemas.openxmlformats.org/drawingml/2006/main" xmlns:r="http://schemas.openxmlformats.org/officeDocument/2006/relationships" xmlns:p="http://schemas.openxmlformats.org/presentationml/2006/main">
  <p:tag name="PLUS_ID" val="chapter"/>
</p:tagLst>
</file>

<file path=ppt/tags/tag73.xml><?xml version="1.0" encoding="utf-8"?>
<p:tagLst xmlns:a="http://schemas.openxmlformats.org/drawingml/2006/main" xmlns:r="http://schemas.openxmlformats.org/officeDocument/2006/relationships" xmlns:p="http://schemas.openxmlformats.org/presentationml/2006/main">
  <p:tag name="PLUS_SLIDE_ID" val="XFzedsfTQ3ccCtO09a4qc0"/>
  <p:tag name="PLUS_SLIDE_PPT_ID" val="610#2662979669"/>
</p:tagLst>
</file>

<file path=ppt/tags/tag74.xml><?xml version="1.0" encoding="utf-8"?>
<p:tagLst xmlns:a="http://schemas.openxmlformats.org/drawingml/2006/main" xmlns:r="http://schemas.openxmlformats.org/officeDocument/2006/relationships" xmlns:p="http://schemas.openxmlformats.org/presentationml/2006/main">
  <p:tag name="PLUS_ID" val="swappable_0"/>
</p:tagLst>
</file>

<file path=ppt/tags/tag75.xml><?xml version="1.0" encoding="utf-8"?>
<p:tagLst xmlns:a="http://schemas.openxmlformats.org/drawingml/2006/main" xmlns:r="http://schemas.openxmlformats.org/officeDocument/2006/relationships" xmlns:p="http://schemas.openxmlformats.org/presentationml/2006/main">
  <p:tag name="PLUS_ID" val="title"/>
</p:tagLst>
</file>

<file path=ppt/tags/tag76.xml><?xml version="1.0" encoding="utf-8"?>
<p:tagLst xmlns:a="http://schemas.openxmlformats.org/drawingml/2006/main" xmlns:r="http://schemas.openxmlformats.org/officeDocument/2006/relationships" xmlns:p="http://schemas.openxmlformats.org/presentationml/2006/main">
  <p:tag name="PLUS_ID" val="detail"/>
</p:tagLst>
</file>

<file path=ppt/tags/tag77.xml><?xml version="1.0" encoding="utf-8"?>
<p:tagLst xmlns:a="http://schemas.openxmlformats.org/drawingml/2006/main" xmlns:r="http://schemas.openxmlformats.org/officeDocument/2006/relationships" xmlns:p="http://schemas.openxmlformats.org/presentationml/2006/main">
  <p:tag name="PLUS_ID" val="chapter"/>
</p:tagLst>
</file>

<file path=ppt/theme/theme1.xml><?xml version="1.0" encoding="utf-8"?>
<a:theme xmlns:a="http://schemas.openxmlformats.org/drawingml/2006/main" name="Office Theme">
  <a:themeElements>
    <a:clrScheme name="Minimalist Light">
      <a:dk1>
        <a:srgbClr val="1F2420"/>
      </a:dk1>
      <a:lt1>
        <a:srgbClr val="FFFFFF"/>
      </a:lt1>
      <a:dk2>
        <a:srgbClr val="7F716C"/>
      </a:dk2>
      <a:lt2>
        <a:srgbClr val="E9E3E2"/>
      </a:lt2>
      <a:accent1>
        <a:srgbClr val="AEBDC6"/>
      </a:accent1>
      <a:accent2>
        <a:srgbClr val="385913"/>
      </a:accent2>
      <a:accent3>
        <a:srgbClr val="FFD90F"/>
      </a:accent3>
      <a:accent4>
        <a:srgbClr val="DFD6FF"/>
      </a:accent4>
      <a:accent5>
        <a:srgbClr val="7F716C"/>
      </a:accent5>
      <a:accent6>
        <a:srgbClr val="AEBDC6"/>
      </a:accent6>
      <a:hlink>
        <a:srgbClr val="385913"/>
      </a:hlink>
      <a:folHlink>
        <a:srgbClr val="385913"/>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Minimalist Light">
      <a:dk1>
        <a:srgbClr val="1F2420"/>
      </a:dk1>
      <a:lt1>
        <a:srgbClr val="FFFFFF"/>
      </a:lt1>
      <a:dk2>
        <a:srgbClr val="7F716C"/>
      </a:dk2>
      <a:lt2>
        <a:srgbClr val="E9E3E2"/>
      </a:lt2>
      <a:accent1>
        <a:srgbClr val="AEBDC6"/>
      </a:accent1>
      <a:accent2>
        <a:srgbClr val="385913"/>
      </a:accent2>
      <a:accent3>
        <a:srgbClr val="FFD90F"/>
      </a:accent3>
      <a:accent4>
        <a:srgbClr val="DFD6FF"/>
      </a:accent4>
      <a:accent5>
        <a:srgbClr val="7F716C"/>
      </a:accent5>
      <a:accent6>
        <a:srgbClr val="AEBDC6"/>
      </a:accent6>
      <a:hlink>
        <a:srgbClr val="385913"/>
      </a:hlink>
      <a:folHlink>
        <a:srgbClr val="385913"/>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Minimalist Light">
      <a:dk1>
        <a:srgbClr val="1F2420"/>
      </a:dk1>
      <a:lt1>
        <a:srgbClr val="FFFFFF"/>
      </a:lt1>
      <a:dk2>
        <a:srgbClr val="7F716C"/>
      </a:dk2>
      <a:lt2>
        <a:srgbClr val="E9E3E2"/>
      </a:lt2>
      <a:accent1>
        <a:srgbClr val="AEBDC6"/>
      </a:accent1>
      <a:accent2>
        <a:srgbClr val="385913"/>
      </a:accent2>
      <a:accent3>
        <a:srgbClr val="FFD90F"/>
      </a:accent3>
      <a:accent4>
        <a:srgbClr val="DFD6FF"/>
      </a:accent4>
      <a:accent5>
        <a:srgbClr val="7F716C"/>
      </a:accent5>
      <a:accent6>
        <a:srgbClr val="AEBDC6"/>
      </a:accent6>
      <a:hlink>
        <a:srgbClr val="385913"/>
      </a:hlink>
      <a:folHlink>
        <a:srgbClr val="385913"/>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4.xml><?xml version="1.0" encoding="utf-8"?>
<a:theme xmlns:a="http://schemas.openxmlformats.org/drawingml/2006/main" name="Office Theme">
  <a:themeElements>
    <a:clrScheme name="Minimalist Light">
      <a:dk1>
        <a:srgbClr val="1F2420"/>
      </a:dk1>
      <a:lt1>
        <a:srgbClr val="FFFFFF"/>
      </a:lt1>
      <a:dk2>
        <a:srgbClr val="7F716C"/>
      </a:dk2>
      <a:lt2>
        <a:srgbClr val="E9E3E2"/>
      </a:lt2>
      <a:accent1>
        <a:srgbClr val="AEBDC6"/>
      </a:accent1>
      <a:accent2>
        <a:srgbClr val="385913"/>
      </a:accent2>
      <a:accent3>
        <a:srgbClr val="FFD90F"/>
      </a:accent3>
      <a:accent4>
        <a:srgbClr val="DFD6FF"/>
      </a:accent4>
      <a:accent5>
        <a:srgbClr val="7F716C"/>
      </a:accent5>
      <a:accent6>
        <a:srgbClr val="AEBDC6"/>
      </a:accent6>
      <a:hlink>
        <a:srgbClr val="385913"/>
      </a:hlink>
      <a:folHlink>
        <a:srgbClr val="385913"/>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5.xml><?xml version="1.0" encoding="utf-8"?>
<a:theme xmlns:a="http://schemas.openxmlformats.org/drawingml/2006/main" name="Office Theme">
  <a:themeElements>
    <a:clrScheme name="Minimalist Light">
      <a:dk1>
        <a:srgbClr val="1F2420"/>
      </a:dk1>
      <a:lt1>
        <a:srgbClr val="FFFFFF"/>
      </a:lt1>
      <a:dk2>
        <a:srgbClr val="7F716C"/>
      </a:dk2>
      <a:lt2>
        <a:srgbClr val="E9E3E2"/>
      </a:lt2>
      <a:accent1>
        <a:srgbClr val="AEBDC6"/>
      </a:accent1>
      <a:accent2>
        <a:srgbClr val="385913"/>
      </a:accent2>
      <a:accent3>
        <a:srgbClr val="FFD90F"/>
      </a:accent3>
      <a:accent4>
        <a:srgbClr val="DFD6FF"/>
      </a:accent4>
      <a:accent5>
        <a:srgbClr val="7F716C"/>
      </a:accent5>
      <a:accent6>
        <a:srgbClr val="AEBDC6"/>
      </a:accent6>
      <a:hlink>
        <a:srgbClr val="385913"/>
      </a:hlink>
      <a:folHlink>
        <a:srgbClr val="385913"/>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6.xml><?xml version="1.0" encoding="utf-8"?>
<a:theme xmlns:a="http://schemas.openxmlformats.org/drawingml/2006/main" name="Office Theme">
  <a:themeElements>
    <a:clrScheme name="Minimalist Light">
      <a:dk1>
        <a:srgbClr val="1F2420"/>
      </a:dk1>
      <a:lt1>
        <a:srgbClr val="FFFFFF"/>
      </a:lt1>
      <a:dk2>
        <a:srgbClr val="7F716C"/>
      </a:dk2>
      <a:lt2>
        <a:srgbClr val="E9E3E2"/>
      </a:lt2>
      <a:accent1>
        <a:srgbClr val="AEBDC6"/>
      </a:accent1>
      <a:accent2>
        <a:srgbClr val="385913"/>
      </a:accent2>
      <a:accent3>
        <a:srgbClr val="FFD90F"/>
      </a:accent3>
      <a:accent4>
        <a:srgbClr val="DFD6FF"/>
      </a:accent4>
      <a:accent5>
        <a:srgbClr val="7F716C"/>
      </a:accent5>
      <a:accent6>
        <a:srgbClr val="AEBDC6"/>
      </a:accent6>
      <a:hlink>
        <a:srgbClr val="385913"/>
      </a:hlink>
      <a:folHlink>
        <a:srgbClr val="385913"/>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7.xml><?xml version="1.0" encoding="utf-8"?>
<a:theme xmlns:a="http://schemas.openxmlformats.org/drawingml/2006/main" name="Office Theme">
  <a:themeElements>
    <a:clrScheme name="Minimalist Light">
      <a:dk1>
        <a:srgbClr val="1F2420"/>
      </a:dk1>
      <a:lt1>
        <a:srgbClr val="FFFFFF"/>
      </a:lt1>
      <a:dk2>
        <a:srgbClr val="7F716C"/>
      </a:dk2>
      <a:lt2>
        <a:srgbClr val="E9E3E2"/>
      </a:lt2>
      <a:accent1>
        <a:srgbClr val="AEBDC6"/>
      </a:accent1>
      <a:accent2>
        <a:srgbClr val="385913"/>
      </a:accent2>
      <a:accent3>
        <a:srgbClr val="FFD90F"/>
      </a:accent3>
      <a:accent4>
        <a:srgbClr val="DFD6FF"/>
      </a:accent4>
      <a:accent5>
        <a:srgbClr val="7F716C"/>
      </a:accent5>
      <a:accent6>
        <a:srgbClr val="AEBDC6"/>
      </a:accent6>
      <a:hlink>
        <a:srgbClr val="385913"/>
      </a:hlink>
      <a:folHlink>
        <a:srgbClr val="385913"/>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8.xml><?xml version="1.0" encoding="utf-8"?>
<a:theme xmlns:a="http://schemas.openxmlformats.org/drawingml/2006/main" name="Office Theme">
  <a:themeElements>
    <a:clrScheme name="Minimalist Light">
      <a:dk1>
        <a:srgbClr val="1F2420"/>
      </a:dk1>
      <a:lt1>
        <a:srgbClr val="FFFFFF"/>
      </a:lt1>
      <a:dk2>
        <a:srgbClr val="7F716C"/>
      </a:dk2>
      <a:lt2>
        <a:srgbClr val="E9E3E2"/>
      </a:lt2>
      <a:accent1>
        <a:srgbClr val="AEBDC6"/>
      </a:accent1>
      <a:accent2>
        <a:srgbClr val="385913"/>
      </a:accent2>
      <a:accent3>
        <a:srgbClr val="FFD90F"/>
      </a:accent3>
      <a:accent4>
        <a:srgbClr val="DFD6FF"/>
      </a:accent4>
      <a:accent5>
        <a:srgbClr val="7F716C"/>
      </a:accent5>
      <a:accent6>
        <a:srgbClr val="AEBDC6"/>
      </a:accent6>
      <a:hlink>
        <a:srgbClr val="385913"/>
      </a:hlink>
      <a:folHlink>
        <a:srgbClr val="385913"/>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9.xml><?xml version="1.0" encoding="utf-8"?>
<a:theme xmlns:a="http://schemas.openxmlformats.org/drawingml/2006/main" name="Office Theme">
  <a:themeElements>
    <a:clrScheme name="Minimalist Light">
      <a:dk1>
        <a:srgbClr val="1F2420"/>
      </a:dk1>
      <a:lt1>
        <a:srgbClr val="FFFFFF"/>
      </a:lt1>
      <a:dk2>
        <a:srgbClr val="7F716C"/>
      </a:dk2>
      <a:lt2>
        <a:srgbClr val="E9E3E2"/>
      </a:lt2>
      <a:accent1>
        <a:srgbClr val="AEBDC6"/>
      </a:accent1>
      <a:accent2>
        <a:srgbClr val="385913"/>
      </a:accent2>
      <a:accent3>
        <a:srgbClr val="FFD90F"/>
      </a:accent3>
      <a:accent4>
        <a:srgbClr val="DFD6FF"/>
      </a:accent4>
      <a:accent5>
        <a:srgbClr val="7F716C"/>
      </a:accent5>
      <a:accent6>
        <a:srgbClr val="AEBDC6"/>
      </a:accent6>
      <a:hlink>
        <a:srgbClr val="385913"/>
      </a:hlink>
      <a:folHlink>
        <a:srgbClr val="385913"/>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10.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3" Type="http://schemas.microsoft.com/office/2011/relationships/webextension" Target="webextension3.xml"/><Relationship Id="rId2" Type="http://schemas.microsoft.com/office/2011/relationships/webextension" Target="webextension2.xml"/><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1">
    <wetp:webextensionref xmlns:r="http://schemas.openxmlformats.org/officeDocument/2006/relationships" r:id="rId1"/>
  </wetp:taskpane>
  <wetp:taskpane dockstate="right" visibility="0" width="350" row="2">
    <wetp:webextensionref xmlns:r="http://schemas.openxmlformats.org/officeDocument/2006/relationships" r:id="rId2"/>
  </wetp:taskpane>
  <wetp:taskpane dockstate="right" visibility="0" width="350" row="3">
    <wetp:webextensionref xmlns:r="http://schemas.openxmlformats.org/officeDocument/2006/relationships" r:id="rId3"/>
  </wetp:taskpane>
</wetp:taskpanes>
</file>

<file path=ppt/webextensions/webextension1.xml><?xml version="1.0" encoding="utf-8"?>
<we:webextension xmlns:we="http://schemas.microsoft.com/office/webextensions/webextension/2010/11" id="{3625E730-ECFB-4C74-823E-9E89C3F09A5C}">
  <we:reference id="wa200007130" version="1.0.0.1" store="en-US" storeType="OMEX"/>
  <we:alternateReferences>
    <we:reference id="wa200007130" version="1.0.0.1" store="wa200007130" storeType="OMEX"/>
  </we:alternateReferences>
  <we:properties/>
  <we:bindings/>
  <we:snapshot xmlns:r="http://schemas.openxmlformats.org/officeDocument/2006/relationships"/>
</we:webextension>
</file>

<file path=ppt/webextensions/webextension2.xml><?xml version="1.0" encoding="utf-8"?>
<we:webextension xmlns:we="http://schemas.microsoft.com/office/webextensions/webextension/2010/11" id="{38FD8304-B760-47EC-BBBC-FCAFD7B79C95}">
  <we:reference id="wa200005669" version="2.0.0.0" store="en-US" storeType="OMEX"/>
  <we:alternateReferences>
    <we:reference id="wa200005669" version="2.0.0.0" store="wa200005669" storeType="OMEX"/>
  </we:alternateReferences>
  <we:properties/>
  <we:bindings/>
  <we:snapshot xmlns:r="http://schemas.openxmlformats.org/officeDocument/2006/relationships"/>
</we:webextension>
</file>

<file path=ppt/webextensions/webextension3.xml><?xml version="1.0" encoding="utf-8"?>
<we:webextension xmlns:we="http://schemas.microsoft.com/office/webextensions/webextension/2010/11" id="{CAECF804-E6EA-4E66-9C01-14192D3E6983}">
  <we:reference id="wa200005566" version="3.0.0.3" store="en-US" storeType="OMEX"/>
  <we:alternateReferences>
    <we:reference id="wa200005566" version="3.0.0.3" store="wa200005566"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40</TotalTime>
  <Words>740</Words>
  <Application>Microsoft Office PowerPoint</Application>
  <PresentationFormat>Widescreen</PresentationFormat>
  <Paragraphs>63</Paragraphs>
  <Slides>10</Slides>
  <Notes>0</Notes>
  <HiddenSlides>0</HiddenSlides>
  <MMClips>0</MMClips>
  <ScaleCrop>false</ScaleCrop>
  <HeadingPairs>
    <vt:vector size="8" baseType="variant">
      <vt:variant>
        <vt:lpstr>Fonts Used</vt:lpstr>
      </vt:variant>
      <vt:variant>
        <vt:i4>3</vt:i4>
      </vt:variant>
      <vt:variant>
        <vt:lpstr>Theme</vt:lpstr>
      </vt:variant>
      <vt:variant>
        <vt:i4>9</vt:i4>
      </vt:variant>
      <vt:variant>
        <vt:lpstr>Embedded OLE Servers</vt:lpstr>
      </vt:variant>
      <vt:variant>
        <vt:i4>1</vt:i4>
      </vt:variant>
      <vt:variant>
        <vt:lpstr>Slide Titles</vt:lpstr>
      </vt:variant>
      <vt:variant>
        <vt:i4>10</vt:i4>
      </vt:variant>
    </vt:vector>
  </HeadingPairs>
  <TitlesOfParts>
    <vt:vector size="23" baseType="lpstr">
      <vt:lpstr>Aptos</vt:lpstr>
      <vt:lpstr>Arial</vt:lpstr>
      <vt:lpstr>System Font Regular</vt:lpstr>
      <vt:lpstr>Office Theme</vt:lpstr>
      <vt:lpstr>Office Theme</vt:lpstr>
      <vt:lpstr>Office Theme</vt:lpstr>
      <vt:lpstr>Office Theme</vt:lpstr>
      <vt:lpstr>Office Theme</vt:lpstr>
      <vt:lpstr>Office Theme</vt:lpstr>
      <vt:lpstr>Office Theme</vt:lpstr>
      <vt:lpstr>Office Theme</vt:lpstr>
      <vt:lpstr>Office Theme</vt:lpstr>
      <vt:lpstr>think-cell Slide</vt:lpstr>
      <vt:lpstr>Mijlocul de transport. Maglev.</vt:lpstr>
      <vt:lpstr>Introducere</vt:lpstr>
      <vt:lpstr>Istoric</vt:lpstr>
      <vt:lpstr>Caracteristica unică</vt:lpstr>
      <vt:lpstr>Cum funcționează</vt:lpstr>
      <vt:lpstr>PowerPoint Presentation</vt:lpstr>
      <vt:lpstr>Impactul asupra lumii</vt:lpstr>
      <vt:lpstr>Concluzie</vt:lpstr>
      <vt:lpstr>Bibliografie</vt:lpstr>
      <vt:lpstr>Acest proiect a fost creat de: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Proiect pt. Educatie Tehnologica</dc:title>
  <dc:creator>Andrei Iamandi, Leanca Lior, Iulian Gaja, Andreea Lungu, Lumumba Rebeca</dc:creator>
  <cp:lastModifiedBy>hazliu tech</cp:lastModifiedBy>
  <cp:revision>3</cp:revision>
  <dcterms:created xsi:type="dcterms:W3CDTF">2025-11-17T08:36:32Z</dcterms:created>
  <dcterms:modified xsi:type="dcterms:W3CDTF">2025-11-17T09:20:40Z</dcterms:modified>
</cp:coreProperties>
</file>